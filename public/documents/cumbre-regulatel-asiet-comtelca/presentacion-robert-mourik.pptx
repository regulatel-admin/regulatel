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5"/>
  </p:sldMasterIdLst>
  <p:notesMasterIdLst>
    <p:notesMasterId r:id="rId11"/>
  </p:notesMasterIdLst>
  <p:handoutMasterIdLst>
    <p:handoutMasterId r:id="rId12"/>
  </p:handoutMasterIdLst>
  <p:sldIdLst>
    <p:sldId id="276" r:id="rId6"/>
    <p:sldId id="283" r:id="rId7"/>
    <p:sldId id="275" r:id="rId8"/>
    <p:sldId id="282" r:id="rId9"/>
    <p:sldId id="279" r:id="rId10"/>
  </p:sldIdLst>
  <p:sldSz cx="24382413" cy="13716000"/>
  <p:notesSz cx="6858000" cy="9144000"/>
  <p:defaultTextStyle>
    <a:defPPr>
      <a:defRPr lang="en-US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60A1"/>
    <a:srgbClr val="D04F9F"/>
    <a:srgbClr val="00586B"/>
    <a:srgbClr val="7EC143"/>
    <a:srgbClr val="FFFFFF"/>
    <a:srgbClr val="000000"/>
    <a:srgbClr val="10333A"/>
    <a:srgbClr val="F2F4F4"/>
    <a:srgbClr val="3277BC"/>
    <a:srgbClr val="0E3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14276-7F54-4F78-B064-720148FB488A}" v="45" dt="2025-12-09T18:43:43.9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58"/>
  </p:normalViewPr>
  <p:slideViewPr>
    <p:cSldViewPr snapToGrid="0">
      <p:cViewPr>
        <p:scale>
          <a:sx n="46" d="100"/>
          <a:sy n="46" d="100"/>
        </p:scale>
        <p:origin x="4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4" Type="http://schemas.openxmlformats.org/officeDocument/2006/relationships/viewProps" Target="viewProps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a Connaughton" userId="015c8e05-4fbf-4ccb-8e93-ae069d8c7125" providerId="ADAL" clId="{3C181422-338C-444B-82BD-C4B2FA56DE39}"/>
    <pc:docChg chg="undo custSel modSld">
      <pc:chgData name="Lara Connaughton" userId="015c8e05-4fbf-4ccb-8e93-ae069d8c7125" providerId="ADAL" clId="{3C181422-338C-444B-82BD-C4B2FA56DE39}" dt="2025-12-09T18:56:19.439" v="646" actId="1076"/>
      <pc:docMkLst>
        <pc:docMk/>
      </pc:docMkLst>
      <pc:sldChg chg="modSp mod">
        <pc:chgData name="Lara Connaughton" userId="015c8e05-4fbf-4ccb-8e93-ae069d8c7125" providerId="ADAL" clId="{3C181422-338C-444B-82BD-C4B2FA56DE39}" dt="2025-12-09T18:42:28.975" v="617" actId="208"/>
        <pc:sldMkLst>
          <pc:docMk/>
          <pc:sldMk cId="2674354127" sldId="275"/>
        </pc:sldMkLst>
        <pc:spChg chg="mod">
          <ac:chgData name="Lara Connaughton" userId="015c8e05-4fbf-4ccb-8e93-ae069d8c7125" providerId="ADAL" clId="{3C181422-338C-444B-82BD-C4B2FA56DE39}" dt="2025-12-09T18:41:43.602" v="608" actId="207"/>
          <ac:spMkLst>
            <pc:docMk/>
            <pc:sldMk cId="2674354127" sldId="275"/>
            <ac:spMk id="4" creationId="{2304F3AC-AAAC-A0F0-D7F7-E4187774AAFC}"/>
          </ac:spMkLst>
        </pc:spChg>
        <pc:spChg chg="mod">
          <ac:chgData name="Lara Connaughton" userId="015c8e05-4fbf-4ccb-8e93-ae069d8c7125" providerId="ADAL" clId="{3C181422-338C-444B-82BD-C4B2FA56DE39}" dt="2025-12-09T18:42:24.247" v="616" actId="207"/>
          <ac:spMkLst>
            <pc:docMk/>
            <pc:sldMk cId="2674354127" sldId="275"/>
            <ac:spMk id="5" creationId="{5AE21946-5434-0D46-6BE9-BC43312BF0E5}"/>
          </ac:spMkLst>
        </pc:spChg>
        <pc:spChg chg="mod">
          <ac:chgData name="Lara Connaughton" userId="015c8e05-4fbf-4ccb-8e93-ae069d8c7125" providerId="ADAL" clId="{3C181422-338C-444B-82BD-C4B2FA56DE39}" dt="2025-12-09T18:42:02.094" v="611" actId="207"/>
          <ac:spMkLst>
            <pc:docMk/>
            <pc:sldMk cId="2674354127" sldId="275"/>
            <ac:spMk id="7" creationId="{A889F355-A6A6-BE80-16DA-187B4BAF1D06}"/>
          </ac:spMkLst>
        </pc:spChg>
        <pc:spChg chg="mod">
          <ac:chgData name="Lara Connaughton" userId="015c8e05-4fbf-4ccb-8e93-ae069d8c7125" providerId="ADAL" clId="{3C181422-338C-444B-82BD-C4B2FA56DE39}" dt="2025-12-09T18:42:14.288" v="614" actId="207"/>
          <ac:spMkLst>
            <pc:docMk/>
            <pc:sldMk cId="2674354127" sldId="275"/>
            <ac:spMk id="8" creationId="{943B70E6-8C00-9843-8EF4-1D55F345BFF5}"/>
          </ac:spMkLst>
        </pc:spChg>
        <pc:spChg chg="mod">
          <ac:chgData name="Lara Connaughton" userId="015c8e05-4fbf-4ccb-8e93-ae069d8c7125" providerId="ADAL" clId="{3C181422-338C-444B-82BD-C4B2FA56DE39}" dt="2025-12-09T18:41:53.005" v="610" actId="207"/>
          <ac:spMkLst>
            <pc:docMk/>
            <pc:sldMk cId="2674354127" sldId="275"/>
            <ac:spMk id="11" creationId="{94C2000D-A6B9-8D62-2988-08D9C73CCA65}"/>
          </ac:spMkLst>
        </pc:spChg>
        <pc:grpChg chg="mod">
          <ac:chgData name="Lara Connaughton" userId="015c8e05-4fbf-4ccb-8e93-ae069d8c7125" providerId="ADAL" clId="{3C181422-338C-444B-82BD-C4B2FA56DE39}" dt="2025-12-09T18:41:43.602" v="608" actId="207"/>
          <ac:grpSpMkLst>
            <pc:docMk/>
            <pc:sldMk cId="2674354127" sldId="275"/>
            <ac:grpSpMk id="19" creationId="{1E5D59C5-DFF8-5E04-B922-CA0337403D93}"/>
          </ac:grpSpMkLst>
        </pc:grpChg>
        <pc:cxnChg chg="mod">
          <ac:chgData name="Lara Connaughton" userId="015c8e05-4fbf-4ccb-8e93-ae069d8c7125" providerId="ADAL" clId="{3C181422-338C-444B-82BD-C4B2FA56DE39}" dt="2025-12-09T18:41:48.874" v="609" actId="208"/>
          <ac:cxnSpMkLst>
            <pc:docMk/>
            <pc:sldMk cId="2674354127" sldId="275"/>
            <ac:cxnSpMk id="10" creationId="{9673D396-603F-179C-F9CB-652CB398D66E}"/>
          </ac:cxnSpMkLst>
        </pc:cxnChg>
        <pc:cxnChg chg="mod">
          <ac:chgData name="Lara Connaughton" userId="015c8e05-4fbf-4ccb-8e93-ae069d8c7125" providerId="ADAL" clId="{3C181422-338C-444B-82BD-C4B2FA56DE39}" dt="2025-12-09T18:42:18.420" v="615" actId="208"/>
          <ac:cxnSpMkLst>
            <pc:docMk/>
            <pc:sldMk cId="2674354127" sldId="275"/>
            <ac:cxnSpMk id="12" creationId="{4D8E3F85-D78A-67EB-50B9-E73ABF04486C}"/>
          </ac:cxnSpMkLst>
        </pc:cxnChg>
        <pc:cxnChg chg="mod">
          <ac:chgData name="Lara Connaughton" userId="015c8e05-4fbf-4ccb-8e93-ae069d8c7125" providerId="ADAL" clId="{3C181422-338C-444B-82BD-C4B2FA56DE39}" dt="2025-12-09T18:42:28.975" v="617" actId="208"/>
          <ac:cxnSpMkLst>
            <pc:docMk/>
            <pc:sldMk cId="2674354127" sldId="275"/>
            <ac:cxnSpMk id="13" creationId="{406BCD86-0B30-AD74-7D66-DB65D20DCCBD}"/>
          </ac:cxnSpMkLst>
        </pc:cxnChg>
        <pc:cxnChg chg="mod">
          <ac:chgData name="Lara Connaughton" userId="015c8e05-4fbf-4ccb-8e93-ae069d8c7125" providerId="ADAL" clId="{3C181422-338C-444B-82BD-C4B2FA56DE39}" dt="2025-12-09T18:42:05.745" v="612" actId="208"/>
          <ac:cxnSpMkLst>
            <pc:docMk/>
            <pc:sldMk cId="2674354127" sldId="275"/>
            <ac:cxnSpMk id="18" creationId="{B5D27510-57DF-ECBB-6C13-C51F65B61877}"/>
          </ac:cxnSpMkLst>
        </pc:cxnChg>
      </pc:sldChg>
      <pc:sldChg chg="addSp delSp modSp mod">
        <pc:chgData name="Lara Connaughton" userId="015c8e05-4fbf-4ccb-8e93-ae069d8c7125" providerId="ADAL" clId="{3C181422-338C-444B-82BD-C4B2FA56DE39}" dt="2025-12-09T18:44:02.256" v="641" actId="1076"/>
        <pc:sldMkLst>
          <pc:docMk/>
          <pc:sldMk cId="820767414" sldId="282"/>
        </pc:sldMkLst>
        <pc:spChg chg="mod">
          <ac:chgData name="Lara Connaughton" userId="015c8e05-4fbf-4ccb-8e93-ae069d8c7125" providerId="ADAL" clId="{3C181422-338C-444B-82BD-C4B2FA56DE39}" dt="2025-12-09T18:31:36.793" v="480" actId="207"/>
          <ac:spMkLst>
            <pc:docMk/>
            <pc:sldMk cId="820767414" sldId="282"/>
            <ac:spMk id="6" creationId="{F02E6E99-7161-873D-24B8-2124A2524B73}"/>
          </ac:spMkLst>
        </pc:spChg>
        <pc:spChg chg="mod">
          <ac:chgData name="Lara Connaughton" userId="015c8e05-4fbf-4ccb-8e93-ae069d8c7125" providerId="ADAL" clId="{3C181422-338C-444B-82BD-C4B2FA56DE39}" dt="2025-12-09T18:33:33.668" v="497" actId="1076"/>
          <ac:spMkLst>
            <pc:docMk/>
            <pc:sldMk cId="820767414" sldId="282"/>
            <ac:spMk id="8" creationId="{01E6F18A-C073-2E9B-715F-B9EAA0EDCCEB}"/>
          </ac:spMkLst>
        </pc:spChg>
        <pc:spChg chg="mod topLvl">
          <ac:chgData name="Lara Connaughton" userId="015c8e05-4fbf-4ccb-8e93-ae069d8c7125" providerId="ADAL" clId="{3C181422-338C-444B-82BD-C4B2FA56DE39}" dt="2025-12-09T18:42:55.736" v="620" actId="207"/>
          <ac:spMkLst>
            <pc:docMk/>
            <pc:sldMk cId="820767414" sldId="282"/>
            <ac:spMk id="12" creationId="{955A21D2-E87D-42E9-31E7-89405E5D3A8A}"/>
          </ac:spMkLst>
        </pc:spChg>
        <pc:spChg chg="mod ord topLvl">
          <ac:chgData name="Lara Connaughton" userId="015c8e05-4fbf-4ccb-8e93-ae069d8c7125" providerId="ADAL" clId="{3C181422-338C-444B-82BD-C4B2FA56DE39}" dt="2025-12-09T18:32:50.281" v="490" actId="167"/>
          <ac:spMkLst>
            <pc:docMk/>
            <pc:sldMk cId="820767414" sldId="282"/>
            <ac:spMk id="16" creationId="{E64331C8-6CF5-2FA6-AFEA-AC46274E3ED6}"/>
          </ac:spMkLst>
        </pc:spChg>
        <pc:spChg chg="add mod">
          <ac:chgData name="Lara Connaughton" userId="015c8e05-4fbf-4ccb-8e93-ae069d8c7125" providerId="ADAL" clId="{3C181422-338C-444B-82BD-C4B2FA56DE39}" dt="2025-12-09T18:44:02.256" v="641" actId="1076"/>
          <ac:spMkLst>
            <pc:docMk/>
            <pc:sldMk cId="820767414" sldId="282"/>
            <ac:spMk id="17" creationId="{B991393C-C24D-F3D7-DDBF-FB25408DB2BD}"/>
          </ac:spMkLst>
        </pc:spChg>
        <pc:spChg chg="mod">
          <ac:chgData name="Lara Connaughton" userId="015c8e05-4fbf-4ccb-8e93-ae069d8c7125" providerId="ADAL" clId="{3C181422-338C-444B-82BD-C4B2FA56DE39}" dt="2025-12-09T18:43:08.482" v="623" actId="207"/>
          <ac:spMkLst>
            <pc:docMk/>
            <pc:sldMk cId="820767414" sldId="282"/>
            <ac:spMk id="20" creationId="{528E756C-4846-A2EA-0B2B-B709BF5B8A84}"/>
          </ac:spMkLst>
        </pc:spChg>
        <pc:spChg chg="mod">
          <ac:chgData name="Lara Connaughton" userId="015c8e05-4fbf-4ccb-8e93-ae069d8c7125" providerId="ADAL" clId="{3C181422-338C-444B-82BD-C4B2FA56DE39}" dt="2025-12-09T18:42:38.986" v="618" actId="207"/>
          <ac:spMkLst>
            <pc:docMk/>
            <pc:sldMk cId="820767414" sldId="282"/>
            <ac:spMk id="24" creationId="{B2A0B163-868E-F5E1-A546-09938124B469}"/>
          </ac:spMkLst>
        </pc:spChg>
        <pc:grpChg chg="mod">
          <ac:chgData name="Lara Connaughton" userId="015c8e05-4fbf-4ccb-8e93-ae069d8c7125" providerId="ADAL" clId="{3C181422-338C-444B-82BD-C4B2FA56DE39}" dt="2025-12-09T18:31:36.793" v="480" actId="207"/>
          <ac:grpSpMkLst>
            <pc:docMk/>
            <pc:sldMk cId="820767414" sldId="282"/>
            <ac:grpSpMk id="4" creationId="{57B25012-2FAA-2A3B-CF34-B0218D570E43}"/>
          </ac:grpSpMkLst>
        </pc:grpChg>
        <pc:grpChg chg="del mod">
          <ac:chgData name="Lara Connaughton" userId="015c8e05-4fbf-4ccb-8e93-ae069d8c7125" providerId="ADAL" clId="{3C181422-338C-444B-82BD-C4B2FA56DE39}" dt="2025-12-09T18:32:42.086" v="489" actId="165"/>
          <ac:grpSpMkLst>
            <pc:docMk/>
            <pc:sldMk cId="820767414" sldId="282"/>
            <ac:grpSpMk id="11" creationId="{6A408231-B1E4-D84C-63CC-50E57C4E6C50}"/>
          </ac:grpSpMkLst>
        </pc:grpChg>
        <pc:cxnChg chg="mod">
          <ac:chgData name="Lara Connaughton" userId="015c8e05-4fbf-4ccb-8e93-ae069d8c7125" providerId="ADAL" clId="{3C181422-338C-444B-82BD-C4B2FA56DE39}" dt="2025-12-09T18:31:45.354" v="482" actId="208"/>
          <ac:cxnSpMkLst>
            <pc:docMk/>
            <pc:sldMk cId="820767414" sldId="282"/>
            <ac:cxnSpMk id="7" creationId="{2479C0BF-6F67-A46C-A9CD-9D95C2AC650F}"/>
          </ac:cxnSpMkLst>
        </pc:cxnChg>
        <pc:cxnChg chg="mod topLvl">
          <ac:chgData name="Lara Connaughton" userId="015c8e05-4fbf-4ccb-8e93-ae069d8c7125" providerId="ADAL" clId="{3C181422-338C-444B-82BD-C4B2FA56DE39}" dt="2025-12-09T18:43:00.052" v="621" actId="208"/>
          <ac:cxnSpMkLst>
            <pc:docMk/>
            <pc:sldMk cId="820767414" sldId="282"/>
            <ac:cxnSpMk id="15" creationId="{010EA5E0-14C5-57F4-3E5D-119D206498BC}"/>
          </ac:cxnSpMkLst>
        </pc:cxnChg>
        <pc:cxnChg chg="mod">
          <ac:chgData name="Lara Connaughton" userId="015c8e05-4fbf-4ccb-8e93-ae069d8c7125" providerId="ADAL" clId="{3C181422-338C-444B-82BD-C4B2FA56DE39}" dt="2025-12-09T18:43:12.067" v="624" actId="208"/>
          <ac:cxnSpMkLst>
            <pc:docMk/>
            <pc:sldMk cId="820767414" sldId="282"/>
            <ac:cxnSpMk id="22" creationId="{289F9FF5-461A-B2F3-F574-274D21081849}"/>
          </ac:cxnSpMkLst>
        </pc:cxnChg>
        <pc:cxnChg chg="mod">
          <ac:chgData name="Lara Connaughton" userId="015c8e05-4fbf-4ccb-8e93-ae069d8c7125" providerId="ADAL" clId="{3C181422-338C-444B-82BD-C4B2FA56DE39}" dt="2025-12-09T18:42:42.854" v="619" actId="208"/>
          <ac:cxnSpMkLst>
            <pc:docMk/>
            <pc:sldMk cId="820767414" sldId="282"/>
            <ac:cxnSpMk id="26" creationId="{39CD1EDC-7324-5950-69E7-1C8427C82EC9}"/>
          </ac:cxnSpMkLst>
        </pc:cxnChg>
      </pc:sldChg>
      <pc:sldChg chg="addSp delSp modSp mod">
        <pc:chgData name="Lara Connaughton" userId="015c8e05-4fbf-4ccb-8e93-ae069d8c7125" providerId="ADAL" clId="{3C181422-338C-444B-82BD-C4B2FA56DE39}" dt="2025-12-09T18:56:19.439" v="646" actId="1076"/>
        <pc:sldMkLst>
          <pc:docMk/>
          <pc:sldMk cId="1592304669" sldId="283"/>
        </pc:sldMkLst>
        <pc:spChg chg="mod">
          <ac:chgData name="Lara Connaughton" userId="015c8e05-4fbf-4ccb-8e93-ae069d8c7125" providerId="ADAL" clId="{3C181422-338C-444B-82BD-C4B2FA56DE39}" dt="2025-12-09T18:21:43.054" v="306" actId="113"/>
          <ac:spMkLst>
            <pc:docMk/>
            <pc:sldMk cId="1592304669" sldId="283"/>
            <ac:spMk id="2" creationId="{A539CA49-3FE5-6407-4F9F-82AC95CB09F4}"/>
          </ac:spMkLst>
        </pc:spChg>
        <pc:spChg chg="add mod">
          <ac:chgData name="Lara Connaughton" userId="015c8e05-4fbf-4ccb-8e93-ae069d8c7125" providerId="ADAL" clId="{3C181422-338C-444B-82BD-C4B2FA56DE39}" dt="2025-12-09T18:12:00.926" v="92" actId="1037"/>
          <ac:spMkLst>
            <pc:docMk/>
            <pc:sldMk cId="1592304669" sldId="283"/>
            <ac:spMk id="20" creationId="{DE1F5EC8-BA36-B066-26EE-CA7BA9CCC09A}"/>
          </ac:spMkLst>
        </pc:spChg>
        <pc:spChg chg="add mod">
          <ac:chgData name="Lara Connaughton" userId="015c8e05-4fbf-4ccb-8e93-ae069d8c7125" providerId="ADAL" clId="{3C181422-338C-444B-82BD-C4B2FA56DE39}" dt="2025-12-09T18:39:18.874" v="576" actId="688"/>
          <ac:spMkLst>
            <pc:docMk/>
            <pc:sldMk cId="1592304669" sldId="283"/>
            <ac:spMk id="21" creationId="{CB577040-CB3C-0646-3A14-A5758D796E18}"/>
          </ac:spMkLst>
        </pc:spChg>
        <pc:spChg chg="add mod">
          <ac:chgData name="Lara Connaughton" userId="015c8e05-4fbf-4ccb-8e93-ae069d8c7125" providerId="ADAL" clId="{3C181422-338C-444B-82BD-C4B2FA56DE39}" dt="2025-12-09T18:11:51.905" v="87" actId="1076"/>
          <ac:spMkLst>
            <pc:docMk/>
            <pc:sldMk cId="1592304669" sldId="283"/>
            <ac:spMk id="22" creationId="{E7017C3F-6803-D186-D655-8778088B7414}"/>
          </ac:spMkLst>
        </pc:spChg>
        <pc:spChg chg="add del mod">
          <ac:chgData name="Lara Connaughton" userId="015c8e05-4fbf-4ccb-8e93-ae069d8c7125" providerId="ADAL" clId="{3C181422-338C-444B-82BD-C4B2FA56DE39}" dt="2025-12-09T18:12:50.021" v="110" actId="478"/>
          <ac:spMkLst>
            <pc:docMk/>
            <pc:sldMk cId="1592304669" sldId="283"/>
            <ac:spMk id="23" creationId="{D06B15F2-28E3-2B86-C208-63BFEBACCD63}"/>
          </ac:spMkLst>
        </pc:spChg>
        <pc:spChg chg="add del mod">
          <ac:chgData name="Lara Connaughton" userId="015c8e05-4fbf-4ccb-8e93-ae069d8c7125" providerId="ADAL" clId="{3C181422-338C-444B-82BD-C4B2FA56DE39}" dt="2025-12-09T18:12:28.330" v="97" actId="478"/>
          <ac:spMkLst>
            <pc:docMk/>
            <pc:sldMk cId="1592304669" sldId="283"/>
            <ac:spMk id="24" creationId="{D5DDCA2A-C4C6-365C-B0B8-C374A1C57F9C}"/>
          </ac:spMkLst>
        </pc:spChg>
        <pc:spChg chg="add mod">
          <ac:chgData name="Lara Connaughton" userId="015c8e05-4fbf-4ccb-8e93-ae069d8c7125" providerId="ADAL" clId="{3C181422-338C-444B-82BD-C4B2FA56DE39}" dt="2025-12-09T18:56:19.439" v="646" actId="1076"/>
          <ac:spMkLst>
            <pc:docMk/>
            <pc:sldMk cId="1592304669" sldId="283"/>
            <ac:spMk id="25" creationId="{20069109-F61A-08AC-4704-908E0FB6D03A}"/>
          </ac:spMkLst>
        </pc:spChg>
        <pc:spChg chg="add mod">
          <ac:chgData name="Lara Connaughton" userId="015c8e05-4fbf-4ccb-8e93-ae069d8c7125" providerId="ADAL" clId="{3C181422-338C-444B-82BD-C4B2FA56DE39}" dt="2025-12-09T18:17:02.523" v="201" actId="688"/>
          <ac:spMkLst>
            <pc:docMk/>
            <pc:sldMk cId="1592304669" sldId="283"/>
            <ac:spMk id="27" creationId="{02F23570-4563-2AA1-0F65-D0F187F76C28}"/>
          </ac:spMkLst>
        </pc:spChg>
        <pc:spChg chg="add mod">
          <ac:chgData name="Lara Connaughton" userId="015c8e05-4fbf-4ccb-8e93-ae069d8c7125" providerId="ADAL" clId="{3C181422-338C-444B-82BD-C4B2FA56DE39}" dt="2025-12-09T18:15:50.417" v="169"/>
          <ac:spMkLst>
            <pc:docMk/>
            <pc:sldMk cId="1592304669" sldId="283"/>
            <ac:spMk id="28" creationId="{16C0A427-DA48-67B0-FA2F-9B29EBAC8891}"/>
          </ac:spMkLst>
        </pc:spChg>
        <pc:spChg chg="add mod">
          <ac:chgData name="Lara Connaughton" userId="015c8e05-4fbf-4ccb-8e93-ae069d8c7125" providerId="ADAL" clId="{3C181422-338C-444B-82BD-C4B2FA56DE39}" dt="2025-12-09T18:38:28.248" v="574" actId="688"/>
          <ac:spMkLst>
            <pc:docMk/>
            <pc:sldMk cId="1592304669" sldId="283"/>
            <ac:spMk id="29" creationId="{7D4692F1-1701-F78B-B26F-376453D05F31}"/>
          </ac:spMkLst>
        </pc:spChg>
        <pc:spChg chg="add del mod">
          <ac:chgData name="Lara Connaughton" userId="015c8e05-4fbf-4ccb-8e93-ae069d8c7125" providerId="ADAL" clId="{3C181422-338C-444B-82BD-C4B2FA56DE39}" dt="2025-12-09T18:24:17.494" v="349" actId="478"/>
          <ac:spMkLst>
            <pc:docMk/>
            <pc:sldMk cId="1592304669" sldId="283"/>
            <ac:spMk id="30" creationId="{9E8B90F9-2D79-54B3-A6C2-C08C85E8B3AA}"/>
          </ac:spMkLst>
        </pc:spChg>
        <pc:spChg chg="add del mod">
          <ac:chgData name="Lara Connaughton" userId="015c8e05-4fbf-4ccb-8e93-ae069d8c7125" providerId="ADAL" clId="{3C181422-338C-444B-82BD-C4B2FA56DE39}" dt="2025-12-09T18:24:18.831" v="350" actId="478"/>
          <ac:spMkLst>
            <pc:docMk/>
            <pc:sldMk cId="1592304669" sldId="283"/>
            <ac:spMk id="31" creationId="{7F018105-74F2-0BC0-C766-3ECB80BB3F27}"/>
          </ac:spMkLst>
        </pc:spChg>
        <pc:spChg chg="add mod">
          <ac:chgData name="Lara Connaughton" userId="015c8e05-4fbf-4ccb-8e93-ae069d8c7125" providerId="ADAL" clId="{3C181422-338C-444B-82BD-C4B2FA56DE39}" dt="2025-12-09T18:39:27.671" v="579" actId="1076"/>
          <ac:spMkLst>
            <pc:docMk/>
            <pc:sldMk cId="1592304669" sldId="283"/>
            <ac:spMk id="33" creationId="{6C4B9F4A-A376-FAC8-8720-23D7995894D5}"/>
          </ac:spMkLst>
        </pc:spChg>
        <pc:spChg chg="add mod">
          <ac:chgData name="Lara Connaughton" userId="015c8e05-4fbf-4ccb-8e93-ae069d8c7125" providerId="ADAL" clId="{3C181422-338C-444B-82BD-C4B2FA56DE39}" dt="2025-12-09T18:18:15.283" v="221" actId="1038"/>
          <ac:spMkLst>
            <pc:docMk/>
            <pc:sldMk cId="1592304669" sldId="283"/>
            <ac:spMk id="34" creationId="{DDDF2C3C-871E-FBA6-FBF9-303D4652BF3B}"/>
          </ac:spMkLst>
        </pc:spChg>
        <pc:spChg chg="add mod">
          <ac:chgData name="Lara Connaughton" userId="015c8e05-4fbf-4ccb-8e93-ae069d8c7125" providerId="ADAL" clId="{3C181422-338C-444B-82BD-C4B2FA56DE39}" dt="2025-12-09T18:20:58.797" v="287" actId="1038"/>
          <ac:spMkLst>
            <pc:docMk/>
            <pc:sldMk cId="1592304669" sldId="283"/>
            <ac:spMk id="40" creationId="{2F2CCA1D-D10A-3F80-3EA1-6887E259292E}"/>
          </ac:spMkLst>
        </pc:spChg>
        <pc:spChg chg="add mod">
          <ac:chgData name="Lara Connaughton" userId="015c8e05-4fbf-4ccb-8e93-ae069d8c7125" providerId="ADAL" clId="{3C181422-338C-444B-82BD-C4B2FA56DE39}" dt="2025-12-09T18:22:26.373" v="320" actId="1076"/>
          <ac:spMkLst>
            <pc:docMk/>
            <pc:sldMk cId="1592304669" sldId="283"/>
            <ac:spMk id="42" creationId="{BA7F83FD-ACDA-2868-53E8-02A2F8880448}"/>
          </ac:spMkLst>
        </pc:spChg>
        <pc:spChg chg="add mod">
          <ac:chgData name="Lara Connaughton" userId="015c8e05-4fbf-4ccb-8e93-ae069d8c7125" providerId="ADAL" clId="{3C181422-338C-444B-82BD-C4B2FA56DE39}" dt="2025-12-09T18:28:08.595" v="427" actId="207"/>
          <ac:spMkLst>
            <pc:docMk/>
            <pc:sldMk cId="1592304669" sldId="283"/>
            <ac:spMk id="55" creationId="{CBD8218F-FBCA-F469-AFE4-0E67DF286491}"/>
          </ac:spMkLst>
        </pc:spChg>
        <pc:spChg chg="add mod">
          <ac:chgData name="Lara Connaughton" userId="015c8e05-4fbf-4ccb-8e93-ae069d8c7125" providerId="ADAL" clId="{3C181422-338C-444B-82BD-C4B2FA56DE39}" dt="2025-12-09T18:28:50.940" v="439" actId="2085"/>
          <ac:spMkLst>
            <pc:docMk/>
            <pc:sldMk cId="1592304669" sldId="283"/>
            <ac:spMk id="56" creationId="{AEB7191C-7AF6-A18F-2B86-C776C9B397CE}"/>
          </ac:spMkLst>
        </pc:spChg>
        <pc:spChg chg="add mod">
          <ac:chgData name="Lara Connaughton" userId="015c8e05-4fbf-4ccb-8e93-ae069d8c7125" providerId="ADAL" clId="{3C181422-338C-444B-82BD-C4B2FA56DE39}" dt="2025-12-09T18:28:57.111" v="442" actId="1076"/>
          <ac:spMkLst>
            <pc:docMk/>
            <pc:sldMk cId="1592304669" sldId="283"/>
            <ac:spMk id="57" creationId="{1294D7F4-9517-EA91-708D-A247140BE57C}"/>
          </ac:spMkLst>
        </pc:spChg>
        <pc:spChg chg="add mod">
          <ac:chgData name="Lara Connaughton" userId="015c8e05-4fbf-4ccb-8e93-ae069d8c7125" providerId="ADAL" clId="{3C181422-338C-444B-82BD-C4B2FA56DE39}" dt="2025-12-09T18:29:28.647" v="449" actId="1076"/>
          <ac:spMkLst>
            <pc:docMk/>
            <pc:sldMk cId="1592304669" sldId="283"/>
            <ac:spMk id="58" creationId="{FFF5CB0E-4509-4347-E74D-47ED225BD497}"/>
          </ac:spMkLst>
        </pc:spChg>
        <pc:spChg chg="add mod">
          <ac:chgData name="Lara Connaughton" userId="015c8e05-4fbf-4ccb-8e93-ae069d8c7125" providerId="ADAL" clId="{3C181422-338C-444B-82BD-C4B2FA56DE39}" dt="2025-12-09T18:29:37.327" v="454" actId="1076"/>
          <ac:spMkLst>
            <pc:docMk/>
            <pc:sldMk cId="1592304669" sldId="283"/>
            <ac:spMk id="59" creationId="{BCAB9C68-0052-56E6-AF16-74955A4D93B4}"/>
          </ac:spMkLst>
        </pc:spChg>
        <pc:spChg chg="add mod">
          <ac:chgData name="Lara Connaughton" userId="015c8e05-4fbf-4ccb-8e93-ae069d8c7125" providerId="ADAL" clId="{3C181422-338C-444B-82BD-C4B2FA56DE39}" dt="2025-12-09T18:29:52.737" v="460" actId="1038"/>
          <ac:spMkLst>
            <pc:docMk/>
            <pc:sldMk cId="1592304669" sldId="283"/>
            <ac:spMk id="60" creationId="{50839CC0-5D78-56D8-F7BA-F5EE6BBCDCEE}"/>
          </ac:spMkLst>
        </pc:spChg>
        <pc:spChg chg="add mod">
          <ac:chgData name="Lara Connaughton" userId="015c8e05-4fbf-4ccb-8e93-ae069d8c7125" providerId="ADAL" clId="{3C181422-338C-444B-82BD-C4B2FA56DE39}" dt="2025-12-09T18:55:58.927" v="642" actId="688"/>
          <ac:spMkLst>
            <pc:docMk/>
            <pc:sldMk cId="1592304669" sldId="283"/>
            <ac:spMk id="61" creationId="{F8C205DB-82DD-0D3E-A5D1-A67271D9499B}"/>
          </ac:spMkLst>
        </pc:spChg>
        <pc:spChg chg="add mod">
          <ac:chgData name="Lara Connaughton" userId="015c8e05-4fbf-4ccb-8e93-ae069d8c7125" providerId="ADAL" clId="{3C181422-338C-444B-82BD-C4B2FA56DE39}" dt="2025-12-09T18:37:53.142" v="566" actId="1076"/>
          <ac:spMkLst>
            <pc:docMk/>
            <pc:sldMk cId="1592304669" sldId="283"/>
            <ac:spMk id="67" creationId="{271DF832-0867-C40C-D195-0E468CDB1463}"/>
          </ac:spMkLst>
        </pc:spChg>
        <pc:spChg chg="add del mod">
          <ac:chgData name="Lara Connaughton" userId="015c8e05-4fbf-4ccb-8e93-ae069d8c7125" providerId="ADAL" clId="{3C181422-338C-444B-82BD-C4B2FA56DE39}" dt="2025-12-09T18:37:20.186" v="548" actId="478"/>
          <ac:spMkLst>
            <pc:docMk/>
            <pc:sldMk cId="1592304669" sldId="283"/>
            <ac:spMk id="68" creationId="{BEFF748D-D2F2-A47B-CD0C-DACAC8FFC427}"/>
          </ac:spMkLst>
        </pc:spChg>
        <pc:spChg chg="add mod">
          <ac:chgData name="Lara Connaughton" userId="015c8e05-4fbf-4ccb-8e93-ae069d8c7125" providerId="ADAL" clId="{3C181422-338C-444B-82BD-C4B2FA56DE39}" dt="2025-12-09T18:38:01.564" v="569" actId="1076"/>
          <ac:spMkLst>
            <pc:docMk/>
            <pc:sldMk cId="1592304669" sldId="283"/>
            <ac:spMk id="69" creationId="{DA0870AB-D2FB-9729-C12E-E52D3F0759F6}"/>
          </ac:spMkLst>
        </pc:spChg>
        <pc:spChg chg="add mod">
          <ac:chgData name="Lara Connaughton" userId="015c8e05-4fbf-4ccb-8e93-ae069d8c7125" providerId="ADAL" clId="{3C181422-338C-444B-82BD-C4B2FA56DE39}" dt="2025-12-09T18:40:31.975" v="598" actId="6549"/>
          <ac:spMkLst>
            <pc:docMk/>
            <pc:sldMk cId="1592304669" sldId="283"/>
            <ac:spMk id="70" creationId="{50FCBD75-DEEF-8827-0A28-355E504F4902}"/>
          </ac:spMkLst>
        </pc:spChg>
        <pc:spChg chg="add mod">
          <ac:chgData name="Lara Connaughton" userId="015c8e05-4fbf-4ccb-8e93-ae069d8c7125" providerId="ADAL" clId="{3C181422-338C-444B-82BD-C4B2FA56DE39}" dt="2025-12-09T18:40:29.503" v="597" actId="1076"/>
          <ac:spMkLst>
            <pc:docMk/>
            <pc:sldMk cId="1592304669" sldId="283"/>
            <ac:spMk id="71" creationId="{B89A1BEA-8FB1-BD94-CBCA-5CE06F80F68B}"/>
          </ac:spMkLst>
        </pc:spChg>
        <pc:spChg chg="add mod">
          <ac:chgData name="Lara Connaughton" userId="015c8e05-4fbf-4ccb-8e93-ae069d8c7125" providerId="ADAL" clId="{3C181422-338C-444B-82BD-C4B2FA56DE39}" dt="2025-12-09T18:40:48.024" v="601" actId="1076"/>
          <ac:spMkLst>
            <pc:docMk/>
            <pc:sldMk cId="1592304669" sldId="283"/>
            <ac:spMk id="72" creationId="{989D8AC0-6450-BCB9-65F0-E7154E027E95}"/>
          </ac:spMkLst>
        </pc:spChg>
        <pc:spChg chg="add mod">
          <ac:chgData name="Lara Connaughton" userId="015c8e05-4fbf-4ccb-8e93-ae069d8c7125" providerId="ADAL" clId="{3C181422-338C-444B-82BD-C4B2FA56DE39}" dt="2025-12-09T18:41:31.833" v="607" actId="207"/>
          <ac:spMkLst>
            <pc:docMk/>
            <pc:sldMk cId="1592304669" sldId="283"/>
            <ac:spMk id="73" creationId="{23CD1A74-2E7C-6794-2E76-8A84C0C3D753}"/>
          </ac:spMkLst>
        </pc:spChg>
        <pc:picChg chg="mod ord modCrop">
          <ac:chgData name="Lara Connaughton" userId="015c8e05-4fbf-4ccb-8e93-ae069d8c7125" providerId="ADAL" clId="{3C181422-338C-444B-82BD-C4B2FA56DE39}" dt="2025-12-09T18:35:50.644" v="513" actId="1076"/>
          <ac:picMkLst>
            <pc:docMk/>
            <pc:sldMk cId="1592304669" sldId="283"/>
            <ac:picMk id="11" creationId="{98F8CEB3-5718-1117-C8A7-9A8F13C6A778}"/>
          </ac:picMkLst>
        </pc:picChg>
        <pc:picChg chg="del mod">
          <ac:chgData name="Lara Connaughton" userId="015c8e05-4fbf-4ccb-8e93-ae069d8c7125" providerId="ADAL" clId="{3C181422-338C-444B-82BD-C4B2FA56DE39}" dt="2025-12-09T18:07:28.414" v="6" actId="478"/>
          <ac:picMkLst>
            <pc:docMk/>
            <pc:sldMk cId="1592304669" sldId="283"/>
            <ac:picMk id="13" creationId="{DCEDA361-0D99-1865-45F9-EC010E6CF24F}"/>
          </ac:picMkLst>
        </pc:picChg>
        <pc:picChg chg="add del mod modCrop">
          <ac:chgData name="Lara Connaughton" userId="015c8e05-4fbf-4ccb-8e93-ae069d8c7125" providerId="ADAL" clId="{3C181422-338C-444B-82BD-C4B2FA56DE39}" dt="2025-12-09T18:13:49.727" v="129" actId="478"/>
          <ac:picMkLst>
            <pc:docMk/>
            <pc:sldMk cId="1592304669" sldId="283"/>
            <ac:picMk id="15" creationId="{A9012431-BEEF-6661-57CA-F7FA57904170}"/>
          </ac:picMkLst>
        </pc:picChg>
        <pc:picChg chg="add mod">
          <ac:chgData name="Lara Connaughton" userId="015c8e05-4fbf-4ccb-8e93-ae069d8c7125" providerId="ADAL" clId="{3C181422-338C-444B-82BD-C4B2FA56DE39}" dt="2025-12-09T18:08:32.246" v="37" actId="1037"/>
          <ac:picMkLst>
            <pc:docMk/>
            <pc:sldMk cId="1592304669" sldId="283"/>
            <ac:picMk id="17" creationId="{E3B9D409-2141-9F09-7617-2A982E4DCBDC}"/>
          </ac:picMkLst>
        </pc:picChg>
        <pc:picChg chg="add mod ord">
          <ac:chgData name="Lara Connaughton" userId="015c8e05-4fbf-4ccb-8e93-ae069d8c7125" providerId="ADAL" clId="{3C181422-338C-444B-82BD-C4B2FA56DE39}" dt="2025-12-09T18:10:09.761" v="65" actId="167"/>
          <ac:picMkLst>
            <pc:docMk/>
            <pc:sldMk cId="1592304669" sldId="283"/>
            <ac:picMk id="19" creationId="{4CA150F5-5D43-C4D0-1F52-2A94176E6018}"/>
          </ac:picMkLst>
        </pc:picChg>
        <pc:picChg chg="add mod ord">
          <ac:chgData name="Lara Connaughton" userId="015c8e05-4fbf-4ccb-8e93-ae069d8c7125" providerId="ADAL" clId="{3C181422-338C-444B-82BD-C4B2FA56DE39}" dt="2025-12-09T18:36:11.436" v="525" actId="166"/>
          <ac:picMkLst>
            <pc:docMk/>
            <pc:sldMk cId="1592304669" sldId="283"/>
            <ac:picMk id="26" creationId="{B441FF3C-F921-F6ED-7B60-A4BF79404E88}"/>
          </ac:picMkLst>
        </pc:picChg>
        <pc:picChg chg="add del mod">
          <ac:chgData name="Lara Connaughton" userId="015c8e05-4fbf-4ccb-8e93-ae069d8c7125" providerId="ADAL" clId="{3C181422-338C-444B-82BD-C4B2FA56DE39}" dt="2025-12-09T18:17:34.303" v="208" actId="478"/>
          <ac:picMkLst>
            <pc:docMk/>
            <pc:sldMk cId="1592304669" sldId="283"/>
            <ac:picMk id="32" creationId="{E8DDF53B-4710-F778-AE8B-3886CC426800}"/>
          </ac:picMkLst>
        </pc:picChg>
        <pc:picChg chg="add mod ord">
          <ac:chgData name="Lara Connaughton" userId="015c8e05-4fbf-4ccb-8e93-ae069d8c7125" providerId="ADAL" clId="{3C181422-338C-444B-82BD-C4B2FA56DE39}" dt="2025-12-09T18:24:13.922" v="348" actId="167"/>
          <ac:picMkLst>
            <pc:docMk/>
            <pc:sldMk cId="1592304669" sldId="283"/>
            <ac:picMk id="35" creationId="{487B79A8-252E-831B-1DEA-3AE2EABEBB86}"/>
          </ac:picMkLst>
        </pc:picChg>
        <pc:picChg chg="add del mod">
          <ac:chgData name="Lara Connaughton" userId="015c8e05-4fbf-4ccb-8e93-ae069d8c7125" providerId="ADAL" clId="{3C181422-338C-444B-82BD-C4B2FA56DE39}" dt="2025-12-09T18:19:26.554" v="243" actId="478"/>
          <ac:picMkLst>
            <pc:docMk/>
            <pc:sldMk cId="1592304669" sldId="283"/>
            <ac:picMk id="36" creationId="{9446C902-9E3E-D454-A4BE-A74EDB465FD4}"/>
          </ac:picMkLst>
        </pc:picChg>
        <pc:picChg chg="add del mod">
          <ac:chgData name="Lara Connaughton" userId="015c8e05-4fbf-4ccb-8e93-ae069d8c7125" providerId="ADAL" clId="{3C181422-338C-444B-82BD-C4B2FA56DE39}" dt="2025-12-09T18:21:02" v="288" actId="478"/>
          <ac:picMkLst>
            <pc:docMk/>
            <pc:sldMk cId="1592304669" sldId="283"/>
            <ac:picMk id="37" creationId="{90E4D89E-E30E-5238-93B4-92D461554E2D}"/>
          </ac:picMkLst>
        </pc:picChg>
        <pc:picChg chg="add mod ord">
          <ac:chgData name="Lara Connaughton" userId="015c8e05-4fbf-4ccb-8e93-ae069d8c7125" providerId="ADAL" clId="{3C181422-338C-444B-82BD-C4B2FA56DE39}" dt="2025-12-09T18:20:47.029" v="284" actId="688"/>
          <ac:picMkLst>
            <pc:docMk/>
            <pc:sldMk cId="1592304669" sldId="283"/>
            <ac:picMk id="39" creationId="{9A36DB24-F5CB-B084-F831-C662FE395A79}"/>
          </ac:picMkLst>
        </pc:picChg>
        <pc:picChg chg="add mod">
          <ac:chgData name="Lara Connaughton" userId="015c8e05-4fbf-4ccb-8e93-ae069d8c7125" providerId="ADAL" clId="{3C181422-338C-444B-82BD-C4B2FA56DE39}" dt="2025-12-09T18:22:47.505" v="322" actId="207"/>
          <ac:picMkLst>
            <pc:docMk/>
            <pc:sldMk cId="1592304669" sldId="283"/>
            <ac:picMk id="41" creationId="{70F9F275-ECCC-9D4A-806A-6739B12CC520}"/>
          </ac:picMkLst>
        </pc:picChg>
        <pc:picChg chg="add del mod">
          <ac:chgData name="Lara Connaughton" userId="015c8e05-4fbf-4ccb-8e93-ae069d8c7125" providerId="ADAL" clId="{3C181422-338C-444B-82BD-C4B2FA56DE39}" dt="2025-12-09T18:23:03.724" v="327" actId="478"/>
          <ac:picMkLst>
            <pc:docMk/>
            <pc:sldMk cId="1592304669" sldId="283"/>
            <ac:picMk id="43" creationId="{A554936E-21F0-940D-7256-5D7ABFF495BF}"/>
          </ac:picMkLst>
        </pc:picChg>
        <pc:picChg chg="add del mod">
          <ac:chgData name="Lara Connaughton" userId="015c8e05-4fbf-4ccb-8e93-ae069d8c7125" providerId="ADAL" clId="{3C181422-338C-444B-82BD-C4B2FA56DE39}" dt="2025-12-09T18:24:34.455" v="356" actId="478"/>
          <ac:picMkLst>
            <pc:docMk/>
            <pc:sldMk cId="1592304669" sldId="283"/>
            <ac:picMk id="44" creationId="{72EAD004-30F0-CBAF-1A7B-E22E47B352D1}"/>
          </ac:picMkLst>
        </pc:picChg>
        <pc:picChg chg="add mod ord">
          <ac:chgData name="Lara Connaughton" userId="015c8e05-4fbf-4ccb-8e93-ae069d8c7125" providerId="ADAL" clId="{3C181422-338C-444B-82BD-C4B2FA56DE39}" dt="2025-12-09T18:24:26.684" v="353" actId="14100"/>
          <ac:picMkLst>
            <pc:docMk/>
            <pc:sldMk cId="1592304669" sldId="283"/>
            <ac:picMk id="46" creationId="{B7858000-96E7-41BE-63B1-CA599CA8C369}"/>
          </ac:picMkLst>
        </pc:picChg>
        <pc:picChg chg="add del mod">
          <ac:chgData name="Lara Connaughton" userId="015c8e05-4fbf-4ccb-8e93-ae069d8c7125" providerId="ADAL" clId="{3C181422-338C-444B-82BD-C4B2FA56DE39}" dt="2025-12-09T18:25:23.491" v="375" actId="478"/>
          <ac:picMkLst>
            <pc:docMk/>
            <pc:sldMk cId="1592304669" sldId="283"/>
            <ac:picMk id="47" creationId="{E7230D2B-7E68-515B-54F5-693BD0F9E06B}"/>
          </ac:picMkLst>
        </pc:picChg>
        <pc:picChg chg="add mod">
          <ac:chgData name="Lara Connaughton" userId="015c8e05-4fbf-4ccb-8e93-ae069d8c7125" providerId="ADAL" clId="{3C181422-338C-444B-82BD-C4B2FA56DE39}" dt="2025-12-09T18:25:16.179" v="373" actId="1076"/>
          <ac:picMkLst>
            <pc:docMk/>
            <pc:sldMk cId="1592304669" sldId="283"/>
            <ac:picMk id="49" creationId="{DBFA38EA-D581-7B2C-92D3-A98F32D33E74}"/>
          </ac:picMkLst>
        </pc:picChg>
        <pc:picChg chg="add mod">
          <ac:chgData name="Lara Connaughton" userId="015c8e05-4fbf-4ccb-8e93-ae069d8c7125" providerId="ADAL" clId="{3C181422-338C-444B-82BD-C4B2FA56DE39}" dt="2025-12-09T18:35:20.267" v="503" actId="207"/>
          <ac:picMkLst>
            <pc:docMk/>
            <pc:sldMk cId="1592304669" sldId="283"/>
            <ac:picMk id="50" creationId="{B9928976-B9C2-2356-FEB2-496F68EB7493}"/>
          </ac:picMkLst>
        </pc:picChg>
        <pc:picChg chg="add del mod">
          <ac:chgData name="Lara Connaughton" userId="015c8e05-4fbf-4ccb-8e93-ae069d8c7125" providerId="ADAL" clId="{3C181422-338C-444B-82BD-C4B2FA56DE39}" dt="2025-12-09T18:26:16.601" v="388" actId="478"/>
          <ac:picMkLst>
            <pc:docMk/>
            <pc:sldMk cId="1592304669" sldId="283"/>
            <ac:picMk id="51" creationId="{CBCB3D0B-98FB-E4B9-E92B-F99813310F05}"/>
          </ac:picMkLst>
        </pc:picChg>
        <pc:picChg chg="add mod">
          <ac:chgData name="Lara Connaughton" userId="015c8e05-4fbf-4ccb-8e93-ae069d8c7125" providerId="ADAL" clId="{3C181422-338C-444B-82BD-C4B2FA56DE39}" dt="2025-12-09T18:26:52.782" v="405" actId="1038"/>
          <ac:picMkLst>
            <pc:docMk/>
            <pc:sldMk cId="1592304669" sldId="283"/>
            <ac:picMk id="53" creationId="{E0156E42-65AB-15F6-1634-F4A3408A7451}"/>
          </ac:picMkLst>
        </pc:picChg>
        <pc:picChg chg="add del mod">
          <ac:chgData name="Lara Connaughton" userId="015c8e05-4fbf-4ccb-8e93-ae069d8c7125" providerId="ADAL" clId="{3C181422-338C-444B-82BD-C4B2FA56DE39}" dt="2025-12-09T18:28:22.067" v="429" actId="478"/>
          <ac:picMkLst>
            <pc:docMk/>
            <pc:sldMk cId="1592304669" sldId="283"/>
            <ac:picMk id="54" creationId="{5BA8D098-C649-63EB-EA67-6E7969AF4621}"/>
          </ac:picMkLst>
        </pc:picChg>
        <pc:picChg chg="add del mod">
          <ac:chgData name="Lara Connaughton" userId="015c8e05-4fbf-4ccb-8e93-ae069d8c7125" providerId="ADAL" clId="{3C181422-338C-444B-82BD-C4B2FA56DE39}" dt="2025-12-09T18:37:22.190" v="549" actId="478"/>
          <ac:picMkLst>
            <pc:docMk/>
            <pc:sldMk cId="1592304669" sldId="283"/>
            <ac:picMk id="63" creationId="{2E06B0BF-8AED-3FAB-72E1-156C525085E2}"/>
          </ac:picMkLst>
        </pc:picChg>
        <pc:picChg chg="add mod">
          <ac:chgData name="Lara Connaughton" userId="015c8e05-4fbf-4ccb-8e93-ae069d8c7125" providerId="ADAL" clId="{3C181422-338C-444B-82BD-C4B2FA56DE39}" dt="2025-12-09T18:36:51.554" v="539" actId="1038"/>
          <ac:picMkLst>
            <pc:docMk/>
            <pc:sldMk cId="1592304669" sldId="283"/>
            <ac:picMk id="64" creationId="{75D01CAD-2663-8453-2660-3E4E83E0A15E}"/>
          </ac:picMkLst>
        </pc:picChg>
        <pc:picChg chg="add del mod ord">
          <ac:chgData name="Lara Connaughton" userId="015c8e05-4fbf-4ccb-8e93-ae069d8c7125" providerId="ADAL" clId="{3C181422-338C-444B-82BD-C4B2FA56DE39}" dt="2025-12-09T18:36:22.988" v="527" actId="478"/>
          <ac:picMkLst>
            <pc:docMk/>
            <pc:sldMk cId="1592304669" sldId="283"/>
            <ac:picMk id="66" creationId="{301F0B8A-56CB-A7CE-5258-85F665A289B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B6E291-C53B-0ACB-B264-D260FE1D8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4FF68-3A1E-82B8-C489-0D123FA54E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E6EFE-E30F-0E40-AD1C-BECABDB62B2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B6200-93BC-5B4D-F628-6052C57F08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208C5-5F2E-CA61-830E-4453C37155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7C7E3-007D-CD45-8B40-1248C2C319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57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C4141-7C08-E946-B997-D2AB760DB02F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9174C-01B5-474D-AB26-4070C1ACDEC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62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9174C-01B5-474D-AB26-4070C1ACDEC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9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50" y="3571875"/>
            <a:ext cx="18865328" cy="2133997"/>
          </a:xfrm>
        </p:spPr>
        <p:txBody>
          <a:bodyPr anchor="t"/>
          <a:lstStyle>
            <a:lvl1pPr algn="l">
              <a:defRPr sz="11999" b="0" i="0">
                <a:solidFill>
                  <a:schemeClr val="accent6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93B054-EFE2-FA41-3D51-EB1704480A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750" y="5914827"/>
            <a:ext cx="18889662" cy="1519238"/>
          </a:xfrm>
        </p:spPr>
        <p:txBody>
          <a:bodyPr>
            <a:noAutofit/>
          </a:bodyPr>
          <a:lstStyle>
            <a:lvl1pPr>
              <a:defRPr sz="9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1B316C2-2FAD-1B47-3CC7-3DC586804D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4750" y="7538542"/>
            <a:ext cx="18889662" cy="1191666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01 February 2025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6BF4132-76F6-1FE9-3079-886747F6C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4006" y="9021775"/>
            <a:ext cx="10648032" cy="496987"/>
          </a:xfrm>
        </p:spPr>
        <p:txBody>
          <a:bodyPr>
            <a:noAutofit/>
          </a:bodyPr>
          <a:lstStyle>
            <a:lvl1pPr>
              <a:defRPr sz="2400" cap="all" spc="600" baseline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GB"/>
              <a:t>CONFIDENTIAL: NOT FOR FURTHER DISTRIBUTION</a:t>
            </a:r>
          </a:p>
        </p:txBody>
      </p:sp>
      <p:sp>
        <p:nvSpPr>
          <p:cNvPr id="7" name="Google Shape;207;p37">
            <a:extLst>
              <a:ext uri="{FF2B5EF4-FFF2-40B4-BE49-F238E27FC236}">
                <a16:creationId xmlns:a16="http://schemas.microsoft.com/office/drawing/2014/main" id="{E849F91E-9794-1563-24EA-7F9DD62C8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1C2653-1CE4-9425-453E-A2D68E00E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61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46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 (Dark Teal)">
    <p:bg>
      <p:bgPr>
        <a:solidFill>
          <a:srgbClr val="0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02A0B26-24D6-0845-2579-F4B445863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50" y="3571875"/>
            <a:ext cx="18865328" cy="2133997"/>
          </a:xfrm>
        </p:spPr>
        <p:txBody>
          <a:bodyPr anchor="t"/>
          <a:lstStyle>
            <a:lvl1pPr algn="l">
              <a:defRPr sz="11999" b="0" i="0">
                <a:solidFill>
                  <a:schemeClr val="tx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8BD41F2B-26A2-238C-6695-E8B32DFF3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4750" y="5914827"/>
            <a:ext cx="18889662" cy="1519238"/>
          </a:xfrm>
        </p:spPr>
        <p:txBody>
          <a:bodyPr>
            <a:noAutofit/>
          </a:bodyPr>
          <a:lstStyle>
            <a:lvl1pPr>
              <a:defRPr sz="9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BB6151-CBD1-CEBD-C624-D4D9A977AE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4750" y="7538542"/>
            <a:ext cx="18889662" cy="1191666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01 February 2025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F361700-EA23-BE59-80C2-9050D670BE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006" y="9021775"/>
            <a:ext cx="10648032" cy="496987"/>
          </a:xfrm>
        </p:spPr>
        <p:txBody>
          <a:bodyPr>
            <a:noAutofit/>
          </a:bodyPr>
          <a:lstStyle>
            <a:lvl1pPr>
              <a:defRPr sz="2400" cap="all" spc="600" baseline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GB"/>
              <a:t>CONFIDENTIAL: NOT FOR FURTHER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C356D-779F-63D7-6906-28445868F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11" name="Google Shape;207;p37">
            <a:extLst>
              <a:ext uri="{FF2B5EF4-FFF2-40B4-BE49-F238E27FC236}">
                <a16:creationId xmlns:a16="http://schemas.microsoft.com/office/drawing/2014/main" id="{192A7C33-17FA-B7CC-B1C6-D4DF3431D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130138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1461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 (ComReg 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B204D70-45EA-0F95-9089-EA3F36B4B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50" y="3571875"/>
            <a:ext cx="18865328" cy="2133997"/>
          </a:xfrm>
        </p:spPr>
        <p:txBody>
          <a:bodyPr anchor="t"/>
          <a:lstStyle>
            <a:lvl1pPr algn="l">
              <a:defRPr sz="11999" b="0" i="0">
                <a:solidFill>
                  <a:schemeClr val="tx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20DDE26-38F5-97A8-433F-F09E6E8BF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4750" y="5914827"/>
            <a:ext cx="18889662" cy="1519238"/>
          </a:xfrm>
        </p:spPr>
        <p:txBody>
          <a:bodyPr>
            <a:noAutofit/>
          </a:bodyPr>
          <a:lstStyle>
            <a:lvl1pPr>
              <a:defRPr sz="9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8F18EDFE-C7A0-B304-4AAE-E1939AE07D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4750" y="7538542"/>
            <a:ext cx="18889662" cy="1191666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01 February 2025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BAB68104-746D-BAEE-75DF-7E672CF66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006" y="9021775"/>
            <a:ext cx="10648032" cy="496987"/>
          </a:xfrm>
        </p:spPr>
        <p:txBody>
          <a:bodyPr>
            <a:noAutofit/>
          </a:bodyPr>
          <a:lstStyle>
            <a:lvl1pPr>
              <a:defRPr sz="2400" cap="all" spc="600" baseline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GB"/>
              <a:t>CONFIDENTIAL: NOT FOR FURTHER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BB8F23-84FB-EB85-3DE8-B2305F03C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11" name="Google Shape;207;p37">
            <a:extLst>
              <a:ext uri="{FF2B5EF4-FFF2-40B4-BE49-F238E27FC236}">
                <a16:creationId xmlns:a16="http://schemas.microsoft.com/office/drawing/2014/main" id="{D39C4A30-E0E0-C709-6B5C-48185A18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17619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1461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 (ComReg Green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11B6C0E-250F-ED04-97E4-537EB21574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50" y="3571875"/>
            <a:ext cx="18865328" cy="2133997"/>
          </a:xfrm>
        </p:spPr>
        <p:txBody>
          <a:bodyPr anchor="t"/>
          <a:lstStyle>
            <a:lvl1pPr algn="l">
              <a:defRPr sz="11999" b="0" i="0">
                <a:solidFill>
                  <a:schemeClr val="tx2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92A0362-B44B-B8AB-5B43-A3E8F6D077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4750" y="5914827"/>
            <a:ext cx="18889662" cy="1519238"/>
          </a:xfrm>
        </p:spPr>
        <p:txBody>
          <a:bodyPr>
            <a:noAutofit/>
          </a:bodyPr>
          <a:lstStyle>
            <a:lvl1pPr>
              <a:defRPr sz="9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A2781C46-C317-6E6F-14AD-C08DCE39E5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4750" y="7538542"/>
            <a:ext cx="18889662" cy="1191666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01 February 2025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623EC95-741F-86C7-A548-DE717BC3F3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4006" y="9021775"/>
            <a:ext cx="10648032" cy="496987"/>
          </a:xfrm>
        </p:spPr>
        <p:txBody>
          <a:bodyPr>
            <a:noAutofit/>
          </a:bodyPr>
          <a:lstStyle>
            <a:lvl1pPr>
              <a:defRPr sz="2400" cap="all" spc="600" baseline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GB"/>
              <a:t>CONFIDENTIAL: NOT FOR FURTHER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5F0FE-1A53-BC9E-24F8-E8CD96671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11" name="Google Shape;207;p37">
            <a:extLst>
              <a:ext uri="{FF2B5EF4-FFF2-40B4-BE49-F238E27FC236}">
                <a16:creationId xmlns:a16="http://schemas.microsoft.com/office/drawing/2014/main" id="{FF1F4CA4-724B-BE6A-00B6-67A8089C7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3646500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1461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 Cover (Pictur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4440" y="3571875"/>
            <a:ext cx="12288894" cy="1917973"/>
          </a:xfrm>
        </p:spPr>
        <p:txBody>
          <a:bodyPr anchor="t">
            <a:normAutofit/>
          </a:bodyPr>
          <a:lstStyle>
            <a:lvl1pPr algn="l">
              <a:defRPr sz="8000" b="0" i="0">
                <a:solidFill>
                  <a:schemeClr val="accent6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F3136C1D-27C6-16AA-EC96-81DB8375CE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1948" y="5849888"/>
            <a:ext cx="12288894" cy="1519238"/>
          </a:xfrm>
        </p:spPr>
        <p:txBody>
          <a:bodyPr>
            <a:noAutofit/>
          </a:bodyPr>
          <a:lstStyle>
            <a:lvl1pPr>
              <a:defRPr sz="7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F571A1A-7687-D99B-8AE2-83C8C90FD6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1949" y="7473603"/>
            <a:ext cx="12301386" cy="1191666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01 February 2025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D69729D9-3B41-54DB-C947-22E86E084D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1204" y="8956836"/>
            <a:ext cx="12288894" cy="396045"/>
          </a:xfrm>
        </p:spPr>
        <p:txBody>
          <a:bodyPr>
            <a:noAutofit/>
          </a:bodyPr>
          <a:lstStyle>
            <a:lvl1pPr>
              <a:defRPr sz="1800" cap="all" spc="600" baseline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pPr lvl="0"/>
            <a:r>
              <a:rPr lang="en-GB"/>
              <a:t>CONFIDENTIAL: NOT FOR FURTHER DISTRIBUTION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1108B2C-D7B7-D987-8BF7-3B0F33D1C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3703374" y="0"/>
            <a:ext cx="10679039" cy="13716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48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 dirty="0"/>
              <a:t>Click icon to add picture/graphic/icon or graphic device</a:t>
            </a:r>
          </a:p>
        </p:txBody>
      </p:sp>
      <p:sp>
        <p:nvSpPr>
          <p:cNvPr id="3" name="Google Shape;207;p37">
            <a:extLst>
              <a:ext uri="{FF2B5EF4-FFF2-40B4-BE49-F238E27FC236}">
                <a16:creationId xmlns:a16="http://schemas.microsoft.com/office/drawing/2014/main" id="{22DE99B5-202E-7CD2-D28A-DF2396DB1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054440" y="737901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2AFAF1-F204-4601-91B5-5FE61D635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47178" y="10393544"/>
            <a:ext cx="7087140" cy="258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88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461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535C94-3E43-D066-5B77-3FDBCE2126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5665" y="593725"/>
            <a:ext cx="20082735" cy="122371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  <a:lvl2pPr>
              <a:defRPr sz="7800"/>
            </a:lvl2pPr>
            <a:lvl3pPr>
              <a:defRPr sz="7800"/>
            </a:lvl3pPr>
            <a:lvl4pPr>
              <a:defRPr sz="7800"/>
            </a:lvl4pPr>
            <a:lvl5pPr>
              <a:defRPr sz="7800"/>
            </a:lvl5pPr>
          </a:lstStyle>
          <a:p>
            <a:pPr lvl="0"/>
            <a:r>
              <a:rPr lang="en-GB" dirty="0"/>
              <a:t>Agenda</a:t>
            </a:r>
            <a:endParaRPr lang="en-US" dirty="0"/>
          </a:p>
        </p:txBody>
      </p:sp>
      <p:sp>
        <p:nvSpPr>
          <p:cNvPr id="3" name="Text Placeholder 32">
            <a:extLst>
              <a:ext uri="{FF2B5EF4-FFF2-40B4-BE49-F238E27FC236}">
                <a16:creationId xmlns:a16="http://schemas.microsoft.com/office/drawing/2014/main" id="{AA4BB8E6-4591-22F5-E54C-418EA822D9D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10017" y="4801144"/>
            <a:ext cx="7617302" cy="1422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pPr lvl="0"/>
            <a:r>
              <a:rPr lang="en-US" dirty="0"/>
              <a:t>Enter section name here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EEE1100-8524-FEEE-3CD0-5E94139EF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10286" y="6569968"/>
            <a:ext cx="7617302" cy="1422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Enter section name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4D653-337A-A3A2-E414-0DB325559A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10286" y="8178107"/>
            <a:ext cx="7617033" cy="1422400"/>
          </a:xfrm>
        </p:spPr>
        <p:txBody>
          <a:bodyPr>
            <a:noAutofit/>
          </a:bodyPr>
          <a:lstStyle>
            <a:lvl1pPr>
              <a:defRPr sz="4800"/>
            </a:lvl1pPr>
            <a:lvl2pPr algn="l">
              <a:defRPr/>
            </a:lvl2pPr>
          </a:lstStyle>
          <a:p>
            <a:pPr lvl="0"/>
            <a:r>
              <a:rPr lang="en-US"/>
              <a:t>Enter section name here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143FE71-FB0D-313F-FB88-8C923DF876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67470" y="4776145"/>
            <a:ext cx="7617034" cy="1472400"/>
          </a:xfrm>
        </p:spPr>
        <p:txBody>
          <a:bodyPr anchor="t">
            <a:normAutofit/>
          </a:bodyPr>
          <a:lstStyle>
            <a:lvl1pPr>
              <a:defRPr sz="4800"/>
            </a:lvl1pPr>
            <a:lvl2pPr algn="l">
              <a:defRPr/>
            </a:lvl2pPr>
          </a:lstStyle>
          <a:p>
            <a:pPr lvl="0"/>
            <a:r>
              <a:rPr lang="en-US" dirty="0"/>
              <a:t>Enter section name here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6E02D350-7663-1A29-E8B4-1BB42D91A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567471" y="6515531"/>
            <a:ext cx="7617034" cy="1423760"/>
          </a:xfrm>
        </p:spPr>
        <p:txBody>
          <a:bodyPr anchor="t">
            <a:normAutofit/>
          </a:bodyPr>
          <a:lstStyle>
            <a:lvl1pPr>
              <a:defRPr sz="4800"/>
            </a:lvl1pPr>
            <a:lvl2pPr algn="l">
              <a:defRPr/>
            </a:lvl2pPr>
          </a:lstStyle>
          <a:p>
            <a:pPr lvl="0"/>
            <a:r>
              <a:rPr lang="en-US" dirty="0"/>
              <a:t>Enter section name here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70A44D65-F020-DEA7-A8E3-18E223F3CA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567471" y="8176747"/>
            <a:ext cx="7617034" cy="1422401"/>
          </a:xfrm>
        </p:spPr>
        <p:txBody>
          <a:bodyPr anchor="t">
            <a:normAutofit/>
          </a:bodyPr>
          <a:lstStyle>
            <a:lvl1pPr>
              <a:defRPr sz="4800"/>
            </a:lvl1pPr>
            <a:lvl2pPr algn="l">
              <a:defRPr/>
            </a:lvl2pPr>
          </a:lstStyle>
          <a:p>
            <a:pPr lvl="0"/>
            <a:r>
              <a:rPr lang="en-US"/>
              <a:t>Enter section name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5CB4D78-5183-F57E-381D-DF422D7D2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5667" y="6553444"/>
            <a:ext cx="2337098" cy="1422757"/>
          </a:xfrm>
        </p:spPr>
        <p:txBody>
          <a:bodyPr anchor="ctr">
            <a:noAutofit/>
          </a:bodyPr>
          <a:lstStyle>
            <a:lvl1pPr algn="r"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  <a:lvl2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2pPr>
            <a:lvl3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3pPr>
            <a:lvl4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4pPr>
            <a:lvl5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808162-CBFC-96A3-51E3-54ED90345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8091" y="8177750"/>
            <a:ext cx="2338388" cy="1422757"/>
          </a:xfrm>
        </p:spPr>
        <p:txBody>
          <a:bodyPr anchor="ctr">
            <a:noAutofit/>
          </a:bodyPr>
          <a:lstStyle>
            <a:lvl1pPr algn="r"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  <a:lvl2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2pPr>
            <a:lvl3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3pPr>
            <a:lvl4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4pPr>
            <a:lvl5pPr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5pPr>
          </a:lstStyle>
          <a:p>
            <a:pPr lvl="0"/>
            <a:r>
              <a:rPr lang="en-US"/>
              <a:t>03</a:t>
            </a:r>
            <a:endParaRPr lang="en-I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4CB5793-2966-BF92-D68B-CD801ACE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76567" y="4776144"/>
            <a:ext cx="2317738" cy="1472400"/>
          </a:xfrm>
        </p:spPr>
        <p:txBody>
          <a:bodyPr anchor="ctr">
            <a:noAutofit/>
          </a:bodyPr>
          <a:lstStyle>
            <a:lvl1pPr algn="r"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en-US"/>
              <a:t>04</a:t>
            </a:r>
            <a:endParaRPr lang="en-I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7EA7FEF-D319-BD92-2519-CCEE283AD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57207" y="6515531"/>
            <a:ext cx="2337098" cy="1423760"/>
          </a:xfrm>
        </p:spPr>
        <p:txBody>
          <a:bodyPr anchor="ctr">
            <a:noAutofit/>
          </a:bodyPr>
          <a:lstStyle>
            <a:lvl1pPr algn="r"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DD11EF9-D962-6972-6505-D1E1D40A3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57207" y="8176748"/>
            <a:ext cx="2338388" cy="1423759"/>
          </a:xfrm>
        </p:spPr>
        <p:txBody>
          <a:bodyPr anchor="ctr">
            <a:noAutofit/>
          </a:bodyPr>
          <a:lstStyle>
            <a:lvl1pPr algn="r">
              <a:defRPr sz="12000"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C06B2-DC2C-8075-529C-04BF1E292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Google Shape;206;p37">
            <a:extLst>
              <a:ext uri="{FF2B5EF4-FFF2-40B4-BE49-F238E27FC236}">
                <a16:creationId xmlns:a16="http://schemas.microsoft.com/office/drawing/2014/main" id="{52EA4A99-B706-9E05-29F1-3A568CB26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05666" y="4776144"/>
            <a:ext cx="2337098" cy="147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algn="r">
              <a:defRPr sz="11999" b="0" i="0" spc="600">
                <a:solidFill>
                  <a:srgbClr val="000000"/>
                </a:solidFill>
                <a:latin typeface="Poppins ExtraLight" pitchFamily="2" charset="77"/>
                <a:cs typeface="Poppins ExtraLight" pitchFamily="2" charset="77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4502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Layou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1A54F6-B8F5-1F95-70CB-7BF0FB3257B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50" y="468661"/>
            <a:ext cx="21075650" cy="1420787"/>
          </a:xfrm>
        </p:spPr>
        <p:txBody>
          <a:bodyPr anchor="t">
            <a:normAutofit/>
          </a:bodyPr>
          <a:lstStyle>
            <a:lvl1pPr algn="l"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1D830C3-4402-4464-DAB2-E5BB55B411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01939" y="2537519"/>
            <a:ext cx="21420994" cy="9840747"/>
          </a:xfrm>
        </p:spPr>
        <p:txBody>
          <a:bodyPr>
            <a:noAutofit/>
          </a:bodyPr>
          <a:lstStyle>
            <a:lvl1pPr>
              <a:defRPr sz="6000">
                <a:solidFill>
                  <a:srgbClr val="000000"/>
                </a:solidFill>
              </a:defRPr>
            </a:lvl1pPr>
            <a:lvl2pPr marL="1371531" indent="-457177">
              <a:buFont typeface="Arial" panose="020B0604020202020204" pitchFamily="34" charset="0"/>
              <a:buChar char="•"/>
              <a:defRPr sz="5000">
                <a:solidFill>
                  <a:srgbClr val="000000"/>
                </a:solidFill>
              </a:defRPr>
            </a:lvl2pPr>
            <a:lvl3pPr marL="2285886" indent="-457177">
              <a:buFont typeface="Arial" panose="020B0604020202020204" pitchFamily="34" charset="0"/>
              <a:buChar char="•"/>
              <a:defRPr sz="5000">
                <a:solidFill>
                  <a:srgbClr val="000000"/>
                </a:solidFill>
              </a:defRPr>
            </a:lvl3pPr>
            <a:lvl4pPr marL="3200240" indent="-457177">
              <a:buFont typeface="Arial" panose="020B0604020202020204" pitchFamily="34" charset="0"/>
              <a:buChar char="•"/>
              <a:defRPr sz="5000">
                <a:solidFill>
                  <a:srgbClr val="000000"/>
                </a:solidFill>
              </a:defRPr>
            </a:lvl4pPr>
            <a:lvl5pPr marL="4114594" indent="-457177">
              <a:buFont typeface="Arial" panose="020B0604020202020204" pitchFamily="34" charset="0"/>
              <a:buChar char="•"/>
              <a:defRPr sz="5000">
                <a:solidFill>
                  <a:srgbClr val="000000"/>
                </a:solidFill>
              </a:defRPr>
            </a:lvl5pPr>
          </a:lstStyle>
          <a:p>
            <a:r>
              <a:rPr lang="en-GB" sz="5600" dirty="0"/>
              <a:t>Click here to insert text or click icon below to insert Table/Chart/ SmartArt/ Picture/Video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BF87A-1C44-705E-E8E3-3E37DFF08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9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Layout (Two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8841-C13F-9378-C45C-66FF142C0A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74749" y="468661"/>
            <a:ext cx="20686183" cy="1420787"/>
          </a:xfrm>
        </p:spPr>
        <p:txBody>
          <a:bodyPr anchor="t">
            <a:normAutofit/>
          </a:bodyPr>
          <a:lstStyle>
            <a:lvl1pPr algn="l"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D74E92-74C2-1451-955F-B2B97C49C7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174749" y="2465512"/>
            <a:ext cx="10728425" cy="9793088"/>
          </a:xfrm>
        </p:spPr>
        <p:txBody>
          <a:bodyPr/>
          <a:lstStyle>
            <a:lvl1pPr>
              <a:defRPr/>
            </a:lvl1pPr>
            <a:lvl2pPr marL="1371531" indent="-457177">
              <a:buFont typeface="Arial" panose="020B0604020202020204" pitchFamily="34" charset="0"/>
              <a:buChar char="•"/>
              <a:defRPr sz="5000"/>
            </a:lvl2pPr>
            <a:lvl3pPr marL="2285886" indent="-457177">
              <a:buFont typeface="Arial" panose="020B0604020202020204" pitchFamily="34" charset="0"/>
              <a:buChar char="•"/>
              <a:defRPr sz="5000"/>
            </a:lvl3pPr>
            <a:lvl4pPr marL="3200240" indent="-457177">
              <a:buFont typeface="Arial" panose="020B0604020202020204" pitchFamily="34" charset="0"/>
              <a:buChar char="•"/>
              <a:defRPr sz="5000"/>
            </a:lvl4pPr>
            <a:lvl5pPr marL="4114594" indent="-457177">
              <a:buFont typeface="Arial" panose="020B0604020202020204" pitchFamily="34" charset="0"/>
              <a:buChar char="•"/>
              <a:defRPr sz="5000"/>
            </a:lvl5pPr>
          </a:lstStyle>
          <a:p>
            <a:r>
              <a:rPr lang="en-GB" sz="5600" dirty="0"/>
              <a:t>Click here to insert text or click icon below to insert Table/Chart/ SmartArt/ Picture/Video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5B4786-7D28-D77F-CBD4-F32754F587E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479238" y="2465512"/>
            <a:ext cx="10728425" cy="9793088"/>
          </a:xfrm>
        </p:spPr>
        <p:txBody>
          <a:bodyPr/>
          <a:lstStyle>
            <a:lvl2pPr marL="1371531" indent="-457177">
              <a:buFont typeface="Arial" panose="020B0604020202020204" pitchFamily="34" charset="0"/>
              <a:buChar char="•"/>
              <a:defRPr sz="5000"/>
            </a:lvl2pPr>
            <a:lvl3pPr marL="2285886" indent="-457177">
              <a:buFont typeface="Arial" panose="020B0604020202020204" pitchFamily="34" charset="0"/>
              <a:buChar char="•"/>
              <a:defRPr sz="5000"/>
            </a:lvl3pPr>
            <a:lvl4pPr marL="3200240" indent="-457177">
              <a:buFont typeface="Arial" panose="020B0604020202020204" pitchFamily="34" charset="0"/>
              <a:buChar char="•"/>
              <a:defRPr sz="5000"/>
            </a:lvl4pPr>
            <a:lvl5pPr marL="4114594" indent="-457177">
              <a:buFont typeface="Arial" panose="020B0604020202020204" pitchFamily="34" charset="0"/>
              <a:buChar char="•"/>
              <a:defRPr sz="5000"/>
            </a:lvl5pPr>
          </a:lstStyle>
          <a:p>
            <a:r>
              <a:rPr lang="en-GB" sz="5600" dirty="0"/>
              <a:t>Click here to insert text or click icon below to insert Table/Chart/ SmartArt/ Picture/Video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B3B39-6D09-0233-0BC0-673ADBC3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3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1565" y="4786312"/>
            <a:ext cx="14499282" cy="4143376"/>
          </a:xfrm>
          <a:noFill/>
        </p:spPr>
        <p:txBody>
          <a:bodyPr anchor="ctr" anchorCtr="0"/>
          <a:lstStyle>
            <a:lvl1pPr algn="ctr">
              <a:defRPr sz="119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Impact slide</a:t>
            </a:r>
            <a:br>
              <a:rPr lang="en-US" dirty="0"/>
            </a:br>
            <a:r>
              <a:rPr lang="en-US" dirty="0"/>
              <a:t>click to edit copy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9247028-7F8F-291B-9F4D-BA3CFE39E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86233E-610F-1FC2-E4A0-38C53F37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oogle Shape;207;p37">
            <a:extLst>
              <a:ext uri="{FF2B5EF4-FFF2-40B4-BE49-F238E27FC236}">
                <a16:creationId xmlns:a16="http://schemas.microsoft.com/office/drawing/2014/main" id="{86ACD793-D518-EE7F-685C-64416A1BB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369981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Display Text (Dark Teal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1565" y="4555091"/>
            <a:ext cx="14499282" cy="4143376"/>
          </a:xfrm>
          <a:noFill/>
        </p:spPr>
        <p:txBody>
          <a:bodyPr anchor="ctr" anchorCtr="0"/>
          <a:lstStyle>
            <a:lvl1pPr algn="ctr">
              <a:defRPr sz="11999">
                <a:solidFill>
                  <a:srgbClr val="00586B"/>
                </a:solidFill>
              </a:defRPr>
            </a:lvl1pPr>
          </a:lstStyle>
          <a:p>
            <a:r>
              <a:rPr lang="en-US" dirty="0"/>
              <a:t>Insert display header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AF379-0EE6-88B4-745F-03EAC7FE6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17754" y="557399"/>
            <a:ext cx="23146793" cy="12016797"/>
          </a:xfrm>
          <a:prstGeom prst="rect">
            <a:avLst/>
          </a:prstGeom>
          <a:noFill/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4F3A002E-17CD-50A6-1BE4-F868AEBDB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3F2AC08-248C-7C1D-5565-CAACEA5C6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2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Display Text (ComReg Blu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1565" y="4555091"/>
            <a:ext cx="14499282" cy="4143376"/>
          </a:xfrm>
          <a:noFill/>
        </p:spPr>
        <p:txBody>
          <a:bodyPr anchor="ctr" anchorCtr="0"/>
          <a:lstStyle>
            <a:lvl1pPr algn="ctr">
              <a:defRPr sz="11999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display header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816A0-A4F2-D523-5718-7A287967D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17754" y="557399"/>
            <a:ext cx="23146793" cy="12016797"/>
          </a:xfrm>
          <a:prstGeom prst="rect">
            <a:avLst/>
          </a:prstGeom>
          <a:noFill/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4F3A002E-17CD-50A6-1BE4-F868AEBDB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3F2AC08-248C-7C1D-5565-CAACEA5C6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44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Display Text (ComReg Green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1565" y="4555091"/>
            <a:ext cx="14499282" cy="4143376"/>
          </a:xfrm>
          <a:noFill/>
        </p:spPr>
        <p:txBody>
          <a:bodyPr anchor="ctr" anchorCtr="0"/>
          <a:lstStyle>
            <a:lvl1pPr algn="ctr">
              <a:defRPr sz="11999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display header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AF379-0EE6-88B4-745F-03EAC7FE6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17754" y="557398"/>
            <a:ext cx="23146793" cy="12016800"/>
          </a:xfrm>
          <a:prstGeom prst="rect">
            <a:avLst/>
          </a:prstGeom>
          <a:noFill/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4F3A002E-17CD-50A6-1BE4-F868AEBDB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3F2AC08-248C-7C1D-5565-CAACEA5C6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49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The Commission for Communication Regulation Logo.">
            <a:extLst>
              <a:ext uri="{FF2B5EF4-FFF2-40B4-BE49-F238E27FC236}">
                <a16:creationId xmlns:a16="http://schemas.microsoft.com/office/drawing/2014/main" id="{E3D97203-EADE-E627-BD3F-71C8D3F3C6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1D1FC8-54BA-B2BA-13DF-EA211B3338E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60A991E-AE76-B4A8-466F-4981B8CC01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2897187"/>
            <a:ext cx="10080724" cy="3960813"/>
          </a:xfrm>
        </p:spPr>
        <p:txBody>
          <a:bodyPr>
            <a:noAutofit/>
          </a:bodyPr>
          <a:lstStyle>
            <a:lvl1pPr>
              <a:defRPr sz="595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23" name="Title 18">
            <a:extLst>
              <a:ext uri="{FF2B5EF4-FFF2-40B4-BE49-F238E27FC236}">
                <a16:creationId xmlns:a16="http://schemas.microsoft.com/office/drawing/2014/main" id="{9D04F24A-DB61-7AB8-988F-F070798F3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0168" y="5777880"/>
            <a:ext cx="11773544" cy="176419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/>
              <a:t>Insert section header here</a:t>
            </a:r>
            <a:endParaRPr lang="en-US"/>
          </a:p>
        </p:txBody>
      </p:sp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A51D7A8B-B437-C405-8F34-74F3A065A4E7}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84967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Dark Teal)">
    <p:bg>
      <p:bgPr>
        <a:solidFill>
          <a:srgbClr val="0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08CDC0F5-A074-2DC2-B463-4ADB007D4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2897187"/>
            <a:ext cx="10080724" cy="3960813"/>
          </a:xfrm>
        </p:spPr>
        <p:txBody>
          <a:bodyPr>
            <a:noAutofit/>
          </a:bodyPr>
          <a:lstStyle>
            <a:lvl1pPr>
              <a:defRPr sz="595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11" name="Title 18">
            <a:extLst>
              <a:ext uri="{FF2B5EF4-FFF2-40B4-BE49-F238E27FC236}">
                <a16:creationId xmlns:a16="http://schemas.microsoft.com/office/drawing/2014/main" id="{42475A06-439F-5D6F-44FD-7ED4D57CD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0168" y="5777880"/>
            <a:ext cx="11773544" cy="17641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Insert section header here</a:t>
            </a:r>
            <a:endParaRPr lang="en-US"/>
          </a:p>
        </p:txBody>
      </p:sp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8FAB70E3-A6F9-59C2-DCE3-F978B6CF1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3D97203-EADE-E627-BD3F-71C8D3F3C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DA8C2F-806B-F135-8A3B-4A631308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28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ComReg 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19257D2A-7E7F-ED9C-FFE2-AABFAF1E08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2897187"/>
            <a:ext cx="10080724" cy="3960813"/>
          </a:xfrm>
        </p:spPr>
        <p:txBody>
          <a:bodyPr>
            <a:noAutofit/>
          </a:bodyPr>
          <a:lstStyle>
            <a:lvl1pPr>
              <a:defRPr sz="595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6" name="Title 18">
            <a:extLst>
              <a:ext uri="{FF2B5EF4-FFF2-40B4-BE49-F238E27FC236}">
                <a16:creationId xmlns:a16="http://schemas.microsoft.com/office/drawing/2014/main" id="{60C4FCD4-4728-F6D4-E8BA-021DFFA869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0168" y="5777880"/>
            <a:ext cx="11773544" cy="17641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Insert section header here</a:t>
            </a:r>
            <a:endParaRPr lang="en-US"/>
          </a:p>
        </p:txBody>
      </p:sp>
      <p:sp>
        <p:nvSpPr>
          <p:cNvPr id="5" name="Google Shape;207;p37">
            <a:extLst>
              <a:ext uri="{FF2B5EF4-FFF2-40B4-BE49-F238E27FC236}">
                <a16:creationId xmlns:a16="http://schemas.microsoft.com/office/drawing/2014/main" id="{E7298742-5BF1-552E-CF31-021B7DAC6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3D97203-EADE-E627-BD3F-71C8D3F3C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4EEFE-65D9-4EB6-891C-F3F6ACAD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71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ComReg Gree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92C96D6E-E3DE-1486-D809-8F82367034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4750" y="2897187"/>
            <a:ext cx="10080724" cy="3960813"/>
          </a:xfrm>
        </p:spPr>
        <p:txBody>
          <a:bodyPr>
            <a:noAutofit/>
          </a:bodyPr>
          <a:lstStyle>
            <a:lvl1pPr>
              <a:defRPr sz="595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9" name="Title 18">
            <a:extLst>
              <a:ext uri="{FF2B5EF4-FFF2-40B4-BE49-F238E27FC236}">
                <a16:creationId xmlns:a16="http://schemas.microsoft.com/office/drawing/2014/main" id="{6DFA3364-B7B4-F026-7701-DDF56CF1A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0168" y="5777880"/>
            <a:ext cx="11773544" cy="17641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/>
              <a:t>Insert section header here</a:t>
            </a:r>
            <a:endParaRPr lang="en-US"/>
          </a:p>
        </p:txBody>
      </p:sp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D1227D25-6DCD-E1D3-B8A0-20028E15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3D97203-EADE-E627-BD3F-71C8D3F3C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258DB-67AE-9AB2-22F1-2D630EFB1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45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0F42E0A-8B4D-C358-1361-686EDE4A93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4750" y="520700"/>
            <a:ext cx="16057563" cy="115252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5933626-4BA1-FA39-FDB0-AE06F2DEC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323" y="2356020"/>
            <a:ext cx="6444379" cy="3278223"/>
          </a:xfrm>
        </p:spPr>
        <p:txBody>
          <a:bodyPr>
            <a:normAutofit/>
          </a:bodyPr>
          <a:lstStyle>
            <a:lvl1pPr>
              <a:defRPr sz="54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GB" dirty="0"/>
              <a:t>Click to edit copy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B524D2B-A696-AEA6-B664-7C17ED5FBBE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11633" y="2356021"/>
            <a:ext cx="6722434" cy="327822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0A3E6BD-55C1-C7BD-3264-4C33EE6B0C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11633" y="5925822"/>
            <a:ext cx="6722434" cy="5997956"/>
          </a:xfrm>
        </p:spPr>
        <p:txBody>
          <a:bodyPr numCol="1" spcCol="432000">
            <a:normAutofit/>
          </a:bodyPr>
          <a:lstStyle>
            <a:lvl1pPr>
              <a:defRPr sz="3200" b="0">
                <a:solidFill>
                  <a:srgbClr val="000000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Copy goes here</a:t>
            </a:r>
            <a:endParaRPr lang="en-US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E4D4FD1B-9B47-1F1D-FEBE-BAB4A0E4DF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172652" y="2356021"/>
            <a:ext cx="6722434" cy="327822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D2919CE-4E94-A4CA-DE47-30188AA88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185566" y="5956535"/>
            <a:ext cx="6722434" cy="5997956"/>
          </a:xfrm>
        </p:spPr>
        <p:txBody>
          <a:bodyPr numCol="1" spcCol="432000">
            <a:normAutofit/>
          </a:bodyPr>
          <a:lstStyle>
            <a:lvl1pPr>
              <a:defRPr sz="3200" b="0">
                <a:solidFill>
                  <a:srgbClr val="000000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GB"/>
              <a:t>Copy goes here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4F792-8D23-63EB-F9FF-FBA13392C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197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DEE6F8A2-C7D4-44CD-580B-33E3B13244D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4750" y="520700"/>
            <a:ext cx="16057563" cy="115252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2922" y="2766061"/>
            <a:ext cx="7249337" cy="3709891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>
                <a:solidFill>
                  <a:srgbClr val="000000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This is a short description of the chart is showing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A268FDD3-A073-6373-A33D-7CA9D13E66B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9598918" y="2760991"/>
            <a:ext cx="12889432" cy="9209577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82C23-FEC6-9CCF-9C2E-6025F5EE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71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9A23BD3E-FE5B-3F65-5295-6B7E041494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4750" y="520700"/>
            <a:ext cx="16057563" cy="115252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74750" y="2537520"/>
            <a:ext cx="7940029" cy="6145782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000000"/>
                </a:solidFill>
              </a:defRPr>
            </a:lvl1pPr>
            <a:lvl2pPr marL="914354" indent="0">
              <a:buNone/>
              <a:defRPr sz="2800"/>
            </a:lvl2pPr>
            <a:lvl3pPr marL="1828709" indent="0">
              <a:buNone/>
              <a:defRPr sz="2400"/>
            </a:lvl3pPr>
            <a:lvl4pPr marL="2743063" indent="0">
              <a:buNone/>
              <a:defRPr sz="2000"/>
            </a:lvl4pPr>
            <a:lvl5pPr marL="3657417" indent="0">
              <a:buNone/>
              <a:defRPr sz="2000"/>
            </a:lvl5pPr>
            <a:lvl6pPr marL="4571771" indent="0">
              <a:buNone/>
              <a:defRPr sz="2000"/>
            </a:lvl6pPr>
            <a:lvl7pPr marL="5486126" indent="0">
              <a:buNone/>
              <a:defRPr sz="2000"/>
            </a:lvl7pPr>
            <a:lvl8pPr marL="6400480" indent="0">
              <a:buNone/>
              <a:defRPr sz="2000"/>
            </a:lvl8pPr>
            <a:lvl9pPr marL="7314834" indent="0">
              <a:buNone/>
              <a:defRPr sz="2000"/>
            </a:lvl9pPr>
          </a:lstStyle>
          <a:p>
            <a:pPr lvl="0"/>
            <a:r>
              <a:rPr lang="en-US"/>
              <a:t>Click to enter text about the image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463014" y="2393505"/>
            <a:ext cx="12709076" cy="9361040"/>
          </a:xfrm>
          <a:noFill/>
        </p:spPr>
        <p:txBody>
          <a:bodyPr/>
          <a:lstStyle>
            <a:lvl1pPr marL="0" indent="0">
              <a:buNone/>
              <a:defRPr sz="6400"/>
            </a:lvl1pPr>
            <a:lvl2pPr marL="914354" indent="0">
              <a:buNone/>
              <a:defRPr sz="5600"/>
            </a:lvl2pPr>
            <a:lvl3pPr marL="1828709" indent="0">
              <a:buNone/>
              <a:defRPr sz="4800"/>
            </a:lvl3pPr>
            <a:lvl4pPr marL="2743063" indent="0">
              <a:buNone/>
              <a:defRPr sz="4000"/>
            </a:lvl4pPr>
            <a:lvl5pPr marL="3657417" indent="0">
              <a:buNone/>
              <a:defRPr sz="4000"/>
            </a:lvl5pPr>
            <a:lvl6pPr marL="4571771" indent="0">
              <a:buNone/>
              <a:defRPr sz="4000"/>
            </a:lvl6pPr>
            <a:lvl7pPr marL="5486126" indent="0">
              <a:buNone/>
              <a:defRPr sz="4000"/>
            </a:lvl7pPr>
            <a:lvl8pPr marL="6400480" indent="0">
              <a:buNone/>
              <a:defRPr sz="4000"/>
            </a:lvl8pPr>
            <a:lvl9pPr marL="7314834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E6EFD40-7D05-FBCA-83E6-8B40F564F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94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CAD8CEF-AEC1-EE1E-F842-D628977174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4750" y="520700"/>
            <a:ext cx="16057563" cy="115252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GB"/>
              <a:t>Click to edit title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3AD07-D298-3A1F-48B1-8BAAF70C4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323" y="2356021"/>
            <a:ext cx="6588395" cy="2573788"/>
          </a:xfrm>
        </p:spPr>
        <p:txBody>
          <a:bodyPr>
            <a:noAutofit/>
          </a:bodyPr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F74DB3B-1CF7-009B-7EB8-93A9CFE9223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2923" y="5380315"/>
            <a:ext cx="6588396" cy="3709891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4400">
                <a:solidFill>
                  <a:srgbClr val="000000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This format allow you to input data from Excel. Include supporting copy here.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F13A045C-AFCA-74BF-587A-4D415037BE6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534696" y="2356021"/>
            <a:ext cx="14898900" cy="9714072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B14E900-272E-BE60-2C36-974610F14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65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Pad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5;p58">
            <a:extLst>
              <a:ext uri="{FF2B5EF4-FFF2-40B4-BE49-F238E27FC236}">
                <a16:creationId xmlns:a16="http://schemas.microsoft.com/office/drawing/2014/main" id="{BE7AC498-CCCA-A43B-7223-A24CD058D4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327110" y="2773315"/>
            <a:ext cx="10611099" cy="1670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mock-up</a:t>
            </a:r>
            <a:endParaRPr/>
          </a:p>
        </p:txBody>
      </p:sp>
      <p:sp>
        <p:nvSpPr>
          <p:cNvPr id="3" name="Google Shape;476;p58">
            <a:extLst>
              <a:ext uri="{FF2B5EF4-FFF2-40B4-BE49-F238E27FC236}">
                <a16:creationId xmlns:a16="http://schemas.microsoft.com/office/drawing/2014/main" id="{EA972883-C0A8-036A-881D-60A677245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54119" y="5070162"/>
            <a:ext cx="10611099" cy="2225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13" name="Google Shape;477;p58">
            <a:extLst>
              <a:ext uri="{FF2B5EF4-FFF2-40B4-BE49-F238E27FC236}">
                <a16:creationId xmlns:a16="http://schemas.microsoft.com/office/drawing/2014/main" id="{6A00DBB8-72AA-3C71-9D13-922A00DCDDDC}"/>
              </a:ext>
            </a:extLst>
          </p:cNvPr>
          <p:cNvGrpSpPr/>
          <p:nvPr userDrawn="1"/>
        </p:nvGrpSpPr>
        <p:grpSpPr>
          <a:xfrm>
            <a:off x="2444204" y="2693849"/>
            <a:ext cx="6564415" cy="8937902"/>
            <a:chOff x="1655550" y="790900"/>
            <a:chExt cx="2510262" cy="3417671"/>
          </a:xfrm>
          <a:solidFill>
            <a:schemeClr val="tx2"/>
          </a:solidFill>
        </p:grpSpPr>
        <p:sp>
          <p:nvSpPr>
            <p:cNvPr id="15" name="Google Shape;478;p58">
              <a:extLst>
                <a:ext uri="{FF2B5EF4-FFF2-40B4-BE49-F238E27FC236}">
                  <a16:creationId xmlns:a16="http://schemas.microsoft.com/office/drawing/2014/main" id="{347DC851-DA9D-824D-85F9-774094969DF8}"/>
                </a:ext>
              </a:extLst>
            </p:cNvPr>
            <p:cNvSpPr/>
            <p:nvPr/>
          </p:nvSpPr>
          <p:spPr>
            <a:xfrm>
              <a:off x="1655550" y="790900"/>
              <a:ext cx="2510262" cy="3417671"/>
            </a:xfrm>
            <a:custGeom>
              <a:avLst/>
              <a:gdLst/>
              <a:ahLst/>
              <a:cxnLst/>
              <a:rect l="l" t="t" r="r" b="b"/>
              <a:pathLst>
                <a:path w="143096" h="190426" extrusionOk="0">
                  <a:moveTo>
                    <a:pt x="2914" y="0"/>
                  </a:moveTo>
                  <a:cubicBezTo>
                    <a:pt x="1280" y="0"/>
                    <a:pt x="0" y="1281"/>
                    <a:pt x="0" y="2914"/>
                  </a:cubicBezTo>
                  <a:lnTo>
                    <a:pt x="0" y="187512"/>
                  </a:lnTo>
                  <a:cubicBezTo>
                    <a:pt x="0" y="189101"/>
                    <a:pt x="1280" y="190426"/>
                    <a:pt x="2914" y="190426"/>
                  </a:cubicBezTo>
                  <a:lnTo>
                    <a:pt x="140182" y="190426"/>
                  </a:lnTo>
                  <a:cubicBezTo>
                    <a:pt x="141771" y="190426"/>
                    <a:pt x="143096" y="189101"/>
                    <a:pt x="143096" y="187512"/>
                  </a:cubicBezTo>
                  <a:lnTo>
                    <a:pt x="143096" y="2914"/>
                  </a:lnTo>
                  <a:cubicBezTo>
                    <a:pt x="143096" y="1281"/>
                    <a:pt x="141771" y="0"/>
                    <a:pt x="1401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  <p:sp>
          <p:nvSpPr>
            <p:cNvPr id="16" name="Google Shape;479;p58">
              <a:extLst>
                <a:ext uri="{FF2B5EF4-FFF2-40B4-BE49-F238E27FC236}">
                  <a16:creationId xmlns:a16="http://schemas.microsoft.com/office/drawing/2014/main" id="{8D360B17-F152-31A7-D75B-1701DD610519}"/>
                </a:ext>
              </a:extLst>
            </p:cNvPr>
            <p:cNvSpPr/>
            <p:nvPr/>
          </p:nvSpPr>
          <p:spPr>
            <a:xfrm>
              <a:off x="1735300" y="886765"/>
              <a:ext cx="2350730" cy="3115776"/>
            </a:xfrm>
            <a:custGeom>
              <a:avLst/>
              <a:gdLst/>
              <a:ahLst/>
              <a:cxnLst/>
              <a:rect l="l" t="t" r="r" b="b"/>
              <a:pathLst>
                <a:path w="134002" h="173605" extrusionOk="0">
                  <a:moveTo>
                    <a:pt x="1" y="1"/>
                  </a:moveTo>
                  <a:lnTo>
                    <a:pt x="1" y="53821"/>
                  </a:lnTo>
                  <a:lnTo>
                    <a:pt x="1" y="127599"/>
                  </a:lnTo>
                  <a:lnTo>
                    <a:pt x="1" y="173605"/>
                  </a:lnTo>
                  <a:lnTo>
                    <a:pt x="134001" y="173605"/>
                  </a:lnTo>
                  <a:lnTo>
                    <a:pt x="134001" y="34615"/>
                  </a:lnTo>
                  <a:lnTo>
                    <a:pt x="1340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0073E6E-2438-4F38-BF81-008E9035D5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54127" y="2943226"/>
            <a:ext cx="6146400" cy="815022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D90DDA-7166-4390-EB1D-9AE1BE5C3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D2912A-57C2-69F1-3746-432B24669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5" name="Google Shape;207;p37">
            <a:extLst>
              <a:ext uri="{FF2B5EF4-FFF2-40B4-BE49-F238E27FC236}">
                <a16:creationId xmlns:a16="http://schemas.microsoft.com/office/drawing/2014/main" id="{032999ED-0C08-4231-C88E-0673CB728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28109591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k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3;p57">
            <a:extLst>
              <a:ext uri="{FF2B5EF4-FFF2-40B4-BE49-F238E27FC236}">
                <a16:creationId xmlns:a16="http://schemas.microsoft.com/office/drawing/2014/main" id="{CCE4C00D-6C04-A1A9-2722-91EADAC5FAF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904151" y="3233510"/>
            <a:ext cx="8123914" cy="25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mock-up</a:t>
            </a:r>
            <a:endParaRPr/>
          </a:p>
        </p:txBody>
      </p:sp>
      <p:sp>
        <p:nvSpPr>
          <p:cNvPr id="5" name="Google Shape;464;p57">
            <a:extLst>
              <a:ext uri="{FF2B5EF4-FFF2-40B4-BE49-F238E27FC236}">
                <a16:creationId xmlns:a16="http://schemas.microsoft.com/office/drawing/2014/main" id="{FF833A59-A63E-58E3-41A1-E1145E719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04150" y="6322637"/>
            <a:ext cx="8123915" cy="45980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7" name="Google Shape;465;p57">
            <a:extLst>
              <a:ext uri="{FF2B5EF4-FFF2-40B4-BE49-F238E27FC236}">
                <a16:creationId xmlns:a16="http://schemas.microsoft.com/office/drawing/2014/main" id="{0F8007CC-C7BB-F3D8-CD99-ED6DECE4BBF0}"/>
              </a:ext>
            </a:extLst>
          </p:cNvPr>
          <p:cNvGrpSpPr/>
          <p:nvPr userDrawn="1"/>
        </p:nvGrpSpPr>
        <p:grpSpPr>
          <a:xfrm>
            <a:off x="11890820" y="3162702"/>
            <a:ext cx="10668354" cy="7758000"/>
            <a:chOff x="331763" y="414153"/>
            <a:chExt cx="6903246" cy="5019697"/>
          </a:xfrm>
        </p:grpSpPr>
        <p:sp>
          <p:nvSpPr>
            <p:cNvPr id="8" name="Google Shape;466;p57">
              <a:extLst>
                <a:ext uri="{FF2B5EF4-FFF2-40B4-BE49-F238E27FC236}">
                  <a16:creationId xmlns:a16="http://schemas.microsoft.com/office/drawing/2014/main" id="{87B28283-E394-547F-083D-CDCB9C86FD4B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  <p:sp>
          <p:nvSpPr>
            <p:cNvPr id="9" name="Google Shape;467;p57">
              <a:extLst>
                <a:ext uri="{FF2B5EF4-FFF2-40B4-BE49-F238E27FC236}">
                  <a16:creationId xmlns:a16="http://schemas.microsoft.com/office/drawing/2014/main" id="{C154A485-10C7-ED35-DFEA-734A0CB82D3D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  <p:sp>
          <p:nvSpPr>
            <p:cNvPr id="10" name="Google Shape;468;p57">
              <a:extLst>
                <a:ext uri="{FF2B5EF4-FFF2-40B4-BE49-F238E27FC236}">
                  <a16:creationId xmlns:a16="http://schemas.microsoft.com/office/drawing/2014/main" id="{97488059-6682-97A1-81EC-AC3DFE6836BB}"/>
                </a:ext>
              </a:extLst>
            </p:cNvPr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  <p:sp>
          <p:nvSpPr>
            <p:cNvPr id="11" name="Google Shape;469;p57">
              <a:extLst>
                <a:ext uri="{FF2B5EF4-FFF2-40B4-BE49-F238E27FC236}">
                  <a16:creationId xmlns:a16="http://schemas.microsoft.com/office/drawing/2014/main" id="{CEDB49DE-DAE7-4880-7782-46A5F5F5AE6F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4AF31F8-092D-AA9A-E7BB-3A41AD1481F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58503" y="3451868"/>
            <a:ext cx="10001141" cy="615205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CD49E91-F083-7544-4295-FD5510147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1D1034D-8A95-0C4C-6DAB-FC3950B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6" name="Google Shape;207;p37">
            <a:extLst>
              <a:ext uri="{FF2B5EF4-FFF2-40B4-BE49-F238E27FC236}">
                <a16:creationId xmlns:a16="http://schemas.microsoft.com/office/drawing/2014/main" id="{578549A2-400D-2FFD-42DC-31B31910F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297415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58">
            <a:extLst>
              <a:ext uri="{FF2B5EF4-FFF2-40B4-BE49-F238E27FC236}">
                <a16:creationId xmlns:a16="http://schemas.microsoft.com/office/drawing/2014/main" id="{99AD4451-D6DB-7E17-DC91-DABA6E925F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24003" y="3401616"/>
            <a:ext cx="10611099" cy="1670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mock-up</a:t>
            </a:r>
            <a:endParaRPr/>
          </a:p>
        </p:txBody>
      </p:sp>
      <p:grpSp>
        <p:nvGrpSpPr>
          <p:cNvPr id="2" name="Google Shape;485;p59" descr="Phone shape">
            <a:extLst>
              <a:ext uri="{FF2B5EF4-FFF2-40B4-BE49-F238E27FC236}">
                <a16:creationId xmlns:a16="http://schemas.microsoft.com/office/drawing/2014/main" id="{AD9920F6-8490-01BC-C8AE-97D69BFFFF60}"/>
              </a:ext>
            </a:extLst>
          </p:cNvPr>
          <p:cNvGrpSpPr/>
          <p:nvPr userDrawn="1"/>
        </p:nvGrpSpPr>
        <p:grpSpPr>
          <a:xfrm>
            <a:off x="15027288" y="1299807"/>
            <a:ext cx="5476164" cy="11116386"/>
            <a:chOff x="5186401" y="494525"/>
            <a:chExt cx="1834973" cy="3724678"/>
          </a:xfrm>
        </p:grpSpPr>
        <p:sp>
          <p:nvSpPr>
            <p:cNvPr id="3" name="Google Shape;486;p59">
              <a:extLst>
                <a:ext uri="{FF2B5EF4-FFF2-40B4-BE49-F238E27FC236}">
                  <a16:creationId xmlns:a16="http://schemas.microsoft.com/office/drawing/2014/main" id="{C0CFC635-F621-510F-89A9-71BCE3E806AC}"/>
                </a:ext>
              </a:extLst>
            </p:cNvPr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  <p:sp>
          <p:nvSpPr>
            <p:cNvPr id="12" name="Google Shape;487;p59">
              <a:extLst>
                <a:ext uri="{FF2B5EF4-FFF2-40B4-BE49-F238E27FC236}">
                  <a16:creationId xmlns:a16="http://schemas.microsoft.com/office/drawing/2014/main" id="{83B870B0-297E-05B9-8AC9-CC662CF01FA2}"/>
                </a:ext>
              </a:extLst>
            </p:cNvPr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0" dirty="0"/>
            </a:p>
          </p:txBody>
        </p:sp>
      </p:grpSp>
      <p:sp>
        <p:nvSpPr>
          <p:cNvPr id="15" name="Google Shape;490;p59">
            <a:extLst>
              <a:ext uri="{FF2B5EF4-FFF2-40B4-BE49-F238E27FC236}">
                <a16:creationId xmlns:a16="http://schemas.microsoft.com/office/drawing/2014/main" id="{B20E7ACE-384A-810F-8383-36D517C81051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824003" y="5691926"/>
            <a:ext cx="9575114" cy="14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6D4D9E1-58EC-D7DD-E5A3-9EAF9FE2A5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289031" y="1644651"/>
            <a:ext cx="4952678" cy="955675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BF190B-A694-C8BE-C5C8-2E96BA463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410567" y="11468100"/>
            <a:ext cx="685755" cy="685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DAD049-DE42-CF3C-BD9C-A8C4E6360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50FD4C-53BA-0E06-80C3-0C2A6E0EA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6" name="Google Shape;207;p37">
            <a:extLst>
              <a:ext uri="{FF2B5EF4-FFF2-40B4-BE49-F238E27FC236}">
                <a16:creationId xmlns:a16="http://schemas.microsoft.com/office/drawing/2014/main" id="{5F3030B5-59D7-D86A-7042-CB9A5D447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2479760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CEBCFBEC-FA15-A008-7C12-F281109A7E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4750" y="520700"/>
            <a:ext cx="16057563" cy="1152525"/>
          </a:xfrm>
        </p:spPr>
        <p:txBody>
          <a:bodyPr>
            <a:noAutofit/>
          </a:bodyPr>
          <a:lstStyle>
            <a:lvl1pPr>
              <a:defRPr sz="7200" b="0" i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E1681B11-3068-9941-82FD-FF96B88482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750" y="2385878"/>
            <a:ext cx="21433549" cy="12518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" dirty="0"/>
              <a:t>About the shape</a:t>
            </a:r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6C988401-241F-C44F-AB0D-6125B95C04F3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1176321" y="4194175"/>
            <a:ext cx="21431977" cy="849647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33A4F-7A21-8D41-FA2A-7665B56FF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38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B9B49-2337-6125-6D8A-DCB7251366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4461"/>
            <a:ext cx="24382413" cy="1371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picture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F254173-19C4-F407-03F5-6D401D691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C72A5-95D6-DA91-D233-3D768F8CA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D75AFFBA-34E5-2D03-0CF3-067D8C1C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16610459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/Questions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7F3B45-E49D-5101-442F-2537FC09B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750" y="2993995"/>
            <a:ext cx="22105688" cy="3864006"/>
          </a:xfrm>
        </p:spPr>
        <p:txBody>
          <a:bodyPr anchor="b" anchorCtr="0">
            <a:noAutofit/>
          </a:bodyPr>
          <a:lstStyle>
            <a:lvl1pPr>
              <a:defRPr sz="14399" b="0" i="0">
                <a:solidFill>
                  <a:schemeClr val="accent6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Thank you/Questions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6CBEC0-041B-390C-4D40-4FB3B73F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7918" y="10456362"/>
            <a:ext cx="7090324" cy="2585716"/>
          </a:xfrm>
          <a:prstGeom prst="rect">
            <a:avLst/>
          </a:prstGeom>
        </p:spPr>
      </p:pic>
      <p:sp>
        <p:nvSpPr>
          <p:cNvPr id="3" name="Google Shape;207;p37">
            <a:extLst>
              <a:ext uri="{FF2B5EF4-FFF2-40B4-BE49-F238E27FC236}">
                <a16:creationId xmlns:a16="http://schemas.microsoft.com/office/drawing/2014/main" id="{43DB6DE5-4C7A-9C7E-FC22-ACB793BDF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3085066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/Questions (Dark Teal)">
    <p:bg>
      <p:bgPr>
        <a:solidFill>
          <a:srgbClr val="0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7F3B45-E49D-5101-442F-2537FC09B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750" y="2993995"/>
            <a:ext cx="22105688" cy="3864006"/>
          </a:xfrm>
        </p:spPr>
        <p:txBody>
          <a:bodyPr anchor="b" anchorCtr="0">
            <a:noAutofit/>
          </a:bodyPr>
          <a:lstStyle>
            <a:lvl1pPr>
              <a:defRPr sz="14399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Thank you/Questions?</a:t>
            </a:r>
          </a:p>
        </p:txBody>
      </p:sp>
      <p:pic>
        <p:nvPicPr>
          <p:cNvPr id="15" name="Picture 14" descr="The Commission for Communication Regulation Logo.">
            <a:extLst>
              <a:ext uri="{FF2B5EF4-FFF2-40B4-BE49-F238E27FC236}">
                <a16:creationId xmlns:a16="http://schemas.microsoft.com/office/drawing/2014/main" id="{BC6DACAB-6361-27A3-4DAA-D02824DD71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DF4EFB56-0440-4DA4-FD2F-DC632A7AFE7C}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953046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/Questions (ComReg 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7F3B45-E49D-5101-442F-2537FC09B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750" y="2993995"/>
            <a:ext cx="22105688" cy="3864006"/>
          </a:xfrm>
        </p:spPr>
        <p:txBody>
          <a:bodyPr anchor="b" anchorCtr="0">
            <a:noAutofit/>
          </a:bodyPr>
          <a:lstStyle>
            <a:lvl1pPr>
              <a:defRPr sz="14399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Thank you/Questions?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6DACAB-6361-27A3-4DAA-D02824DD7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1F5C4A5D-6EBD-C9B8-0BB7-09AAC11EF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769869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/Questions (ComReg Green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7F3B45-E49D-5101-442F-2537FC09B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4750" y="2993995"/>
            <a:ext cx="22105688" cy="3864006"/>
          </a:xfrm>
        </p:spPr>
        <p:txBody>
          <a:bodyPr anchor="b" anchorCtr="0">
            <a:noAutofit/>
          </a:bodyPr>
          <a:lstStyle>
            <a:lvl1pPr>
              <a:defRPr sz="14399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Thank you/Questions?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40F8A-849C-CBE7-B36A-E464A586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872" y="10456362"/>
            <a:ext cx="7090324" cy="2585716"/>
          </a:xfrm>
          <a:prstGeom prst="rect">
            <a:avLst/>
          </a:prstGeom>
        </p:spPr>
      </p:pic>
      <p:sp>
        <p:nvSpPr>
          <p:cNvPr id="2" name="Google Shape;207;p37">
            <a:extLst>
              <a:ext uri="{FF2B5EF4-FFF2-40B4-BE49-F238E27FC236}">
                <a16:creationId xmlns:a16="http://schemas.microsoft.com/office/drawing/2014/main" id="{49EE8F9D-691F-881C-3220-AACBE138B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0400118" y="12123826"/>
            <a:ext cx="2720490" cy="586223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28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585137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Commission for Communication Regulation Logo.">
            <a:extLst>
              <a:ext uri="{FF2B5EF4-FFF2-40B4-BE49-F238E27FC236}">
                <a16:creationId xmlns:a16="http://schemas.microsoft.com/office/drawing/2014/main" id="{78A0FE36-2628-5B0A-1CEF-21B5158A0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00395" y="4345011"/>
            <a:ext cx="11981622" cy="43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8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slide (Dark Teal)">
    <p:bg>
      <p:bgPr>
        <a:solidFill>
          <a:srgbClr val="0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Commission for Communication Regulation Logo.">
            <a:extLst>
              <a:ext uri="{FF2B5EF4-FFF2-40B4-BE49-F238E27FC236}">
                <a16:creationId xmlns:a16="http://schemas.microsoft.com/office/drawing/2014/main" id="{6BF1FAFC-51DF-19EE-E4CA-2627B64E2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00395" y="4345011"/>
            <a:ext cx="11981622" cy="43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22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slide (ComReg 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Commission for Communication Regulation Logo.">
            <a:extLst>
              <a:ext uri="{FF2B5EF4-FFF2-40B4-BE49-F238E27FC236}">
                <a16:creationId xmlns:a16="http://schemas.microsoft.com/office/drawing/2014/main" id="{78A0FE36-2628-5B0A-1CEF-21B5158A0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00395" y="4345011"/>
            <a:ext cx="11981622" cy="43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42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slide (ComReg Green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Commission for Communication Regulation Logo.">
            <a:extLst>
              <a:ext uri="{FF2B5EF4-FFF2-40B4-BE49-F238E27FC236}">
                <a16:creationId xmlns:a16="http://schemas.microsoft.com/office/drawing/2014/main" id="{4339F98E-77E6-3360-9734-0008ACFA6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00395" y="4345011"/>
            <a:ext cx="11981622" cy="43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92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292" y="437757"/>
            <a:ext cx="20689364" cy="1368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4750" y="2933999"/>
            <a:ext cx="20737536" cy="9055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677274" y="12906671"/>
            <a:ext cx="1589714" cy="340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0" b="0" i="0">
                <a:solidFill>
                  <a:schemeClr val="tx1"/>
                </a:solidFill>
                <a:latin typeface="Poppins" pitchFamily="2" charset="77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CB34DE8-67DE-389B-2C3F-A305D07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475415" y="292363"/>
            <a:ext cx="1368152" cy="13931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DE5B6-505A-BCC4-9A72-072127E0A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794" y="1961456"/>
            <a:ext cx="24383207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C71DEE25-DA85-387E-C3CB-D1D0F0ED0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47291" y="12804252"/>
            <a:ext cx="2387585" cy="669066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1pPr>
            <a:lvl2pPr marL="914354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2pPr>
            <a:lvl3pPr marL="1828709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4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3pPr>
            <a:lvl4pPr marL="2743063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4pPr>
            <a:lvl5pPr marL="3657417" indent="0" algn="l" defTabSz="1828709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000000"/>
                </a:solidFill>
                <a:latin typeface="Poppins" pitchFamily="2" charset="77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2100" b="0" i="0" dirty="0">
                <a:solidFill>
                  <a:schemeClr val="tx1"/>
                </a:solidFill>
                <a:latin typeface="Poppins Medium" pitchFamily="2" charset="77"/>
                <a:cs typeface="Poppins Medium" pitchFamily="2" charset="77"/>
              </a:rPr>
              <a:t>ComReg.ie</a:t>
            </a:r>
          </a:p>
        </p:txBody>
      </p:sp>
    </p:spTree>
    <p:extLst>
      <p:ext uri="{BB962C8B-B14F-4D97-AF65-F5344CB8AC3E}">
        <p14:creationId xmlns:p14="http://schemas.microsoft.com/office/powerpoint/2010/main" val="31272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14" r:id="rId2"/>
    <p:sldLayoutId id="2147483712" r:id="rId3"/>
    <p:sldLayoutId id="2147483719" r:id="rId4"/>
    <p:sldLayoutId id="2147483706" r:id="rId5"/>
    <p:sldLayoutId id="2147483689" r:id="rId6"/>
    <p:sldLayoutId id="2147483710" r:id="rId7"/>
    <p:sldLayoutId id="2147483709" r:id="rId8"/>
    <p:sldLayoutId id="2147483708" r:id="rId9"/>
    <p:sldLayoutId id="2147483726" r:id="rId10"/>
    <p:sldLayoutId id="2147483680" r:id="rId11"/>
    <p:sldLayoutId id="2147483725" r:id="rId12"/>
    <p:sldLayoutId id="2147483692" r:id="rId13"/>
    <p:sldLayoutId id="2147483717" r:id="rId14"/>
    <p:sldLayoutId id="2147483720" r:id="rId15"/>
    <p:sldLayoutId id="2147483718" r:id="rId16"/>
    <p:sldLayoutId id="2147483702" r:id="rId17"/>
    <p:sldLayoutId id="2147483669" r:id="rId18"/>
    <p:sldLayoutId id="2147483663" r:id="rId19"/>
    <p:sldLayoutId id="2147483703" r:id="rId20"/>
    <p:sldLayoutId id="2147483696" r:id="rId21"/>
    <p:sldLayoutId id="2147483695" r:id="rId22"/>
    <p:sldLayoutId id="2147483697" r:id="rId23"/>
    <p:sldLayoutId id="2147483691" r:id="rId24"/>
    <p:sldLayoutId id="2147483686" r:id="rId25"/>
    <p:sldLayoutId id="2147483716" r:id="rId26"/>
    <p:sldLayoutId id="2147483715" r:id="rId27"/>
    <p:sldLayoutId id="2147483721" r:id="rId28"/>
    <p:sldLayoutId id="2147483699" r:id="rId29"/>
    <p:sldLayoutId id="2147483676" r:id="rId30"/>
    <p:sldLayoutId id="2147483713" r:id="rId31"/>
    <p:sldLayoutId id="2147483722" r:id="rId32"/>
    <p:sldLayoutId id="2147483711" r:id="rId33"/>
  </p:sldLayoutIdLst>
  <p:txStyles>
    <p:titleStyle>
      <a:lvl1pPr algn="l" defTabSz="1828709" rtl="0" eaLnBrk="1" latinLnBrk="0" hangingPunct="1">
        <a:lnSpc>
          <a:spcPct val="100000"/>
        </a:lnSpc>
        <a:spcBef>
          <a:spcPct val="0"/>
        </a:spcBef>
        <a:buNone/>
        <a:defRPr sz="7200" b="0" i="0" kern="1200">
          <a:solidFill>
            <a:schemeClr val="tx1"/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0" indent="0" algn="l" defTabSz="182870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5600" b="0" i="0" kern="1200">
          <a:solidFill>
            <a:srgbClr val="000000"/>
          </a:solidFill>
          <a:latin typeface="Poppins" pitchFamily="2" charset="77"/>
          <a:ea typeface="+mn-ea"/>
          <a:cs typeface="+mn-cs"/>
        </a:defRPr>
      </a:lvl1pPr>
      <a:lvl2pPr marL="914354" indent="0" algn="l" defTabSz="182870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5000" b="0" i="0" kern="1200">
          <a:solidFill>
            <a:srgbClr val="000000"/>
          </a:solidFill>
          <a:latin typeface="Poppins" pitchFamily="2" charset="77"/>
          <a:ea typeface="+mn-ea"/>
          <a:cs typeface="+mn-cs"/>
        </a:defRPr>
      </a:lvl2pPr>
      <a:lvl3pPr marL="1828709" indent="0" algn="l" defTabSz="182870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5000" b="0" i="0" kern="1200">
          <a:solidFill>
            <a:srgbClr val="000000"/>
          </a:solidFill>
          <a:latin typeface="Poppins" pitchFamily="2" charset="77"/>
          <a:ea typeface="+mn-ea"/>
          <a:cs typeface="+mn-cs"/>
        </a:defRPr>
      </a:lvl3pPr>
      <a:lvl4pPr marL="2743063" indent="0" algn="l" defTabSz="182870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5000" b="0" i="0" kern="1200">
          <a:solidFill>
            <a:srgbClr val="000000"/>
          </a:solidFill>
          <a:latin typeface="Poppins" pitchFamily="2" charset="77"/>
          <a:ea typeface="+mn-ea"/>
          <a:cs typeface="+mn-cs"/>
        </a:defRPr>
      </a:lvl4pPr>
      <a:lvl5pPr marL="3657417" indent="0" algn="l" defTabSz="182870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5000" b="0" i="0" kern="1200">
          <a:solidFill>
            <a:srgbClr val="000000"/>
          </a:solidFill>
          <a:latin typeface="Poppins" pitchFamily="2" charset="77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7" userDrawn="1">
          <p15:clr>
            <a:srgbClr val="F26B43"/>
          </p15:clr>
        </p15:guide>
        <p15:guide id="2" pos="740" userDrawn="1">
          <p15:clr>
            <a:srgbClr val="F26B43"/>
          </p15:clr>
        </p15:guide>
        <p15:guide id="3" pos="14619" userDrawn="1">
          <p15:clr>
            <a:srgbClr val="F26B43"/>
          </p15:clr>
        </p15:guide>
        <p15:guide id="4" orient="horz" pos="7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sv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F35D-75E8-DD8B-FE29-37E13AA82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583" y="3866307"/>
            <a:ext cx="18865328" cy="2133997"/>
          </a:xfrm>
        </p:spPr>
        <p:txBody>
          <a:bodyPr>
            <a:normAutofit fontScale="90000"/>
          </a:bodyPr>
          <a:lstStyle/>
          <a:p>
            <a:r>
              <a:rPr lang="en-GB" sz="14400" noProof="0" dirty="0"/>
              <a:t>EU Digital Legislation</a:t>
            </a:r>
            <a:endParaRPr lang="en-IE" sz="144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6E762-FD31-C5A2-56C6-E56AC972B7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2583" y="6294736"/>
            <a:ext cx="18889662" cy="1519238"/>
          </a:xfrm>
        </p:spPr>
        <p:txBody>
          <a:bodyPr/>
          <a:lstStyle/>
          <a:p>
            <a:r>
              <a:rPr lang="en-GB" sz="6600" b="1" noProof="0" dirty="0"/>
              <a:t>Robert </a:t>
            </a:r>
            <a:r>
              <a:rPr lang="en-GB" sz="6600" b="1" noProof="0" dirty="0" err="1"/>
              <a:t>Mourik</a:t>
            </a:r>
            <a:r>
              <a:rPr lang="en-GB" sz="6600" b="1" noProof="0" dirty="0"/>
              <a:t>, BEREC Chair &amp; Commissioner</a:t>
            </a:r>
            <a:endParaRPr lang="en-IE" sz="6600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7A8C3-E02B-8D73-CBA7-560F886CA5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4750" y="8402838"/>
            <a:ext cx="18889662" cy="1191666"/>
          </a:xfrm>
        </p:spPr>
        <p:txBody>
          <a:bodyPr/>
          <a:lstStyle/>
          <a:p>
            <a:r>
              <a:rPr lang="en-GB" sz="5400" noProof="0" dirty="0"/>
              <a:t>December 2025</a:t>
            </a:r>
            <a:endParaRPr lang="en-IE" sz="5400" noProof="0" dirty="0"/>
          </a:p>
        </p:txBody>
      </p:sp>
    </p:spTree>
    <p:extLst>
      <p:ext uri="{BB962C8B-B14F-4D97-AF65-F5344CB8AC3E}">
        <p14:creationId xmlns:p14="http://schemas.microsoft.com/office/powerpoint/2010/main" val="1647635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 descr="Puzzle with solid fill">
            <a:extLst>
              <a:ext uri="{FF2B5EF4-FFF2-40B4-BE49-F238E27FC236}">
                <a16:creationId xmlns:a16="http://schemas.microsoft.com/office/drawing/2014/main" id="{487B79A8-252E-831B-1DEA-3AE2EABEB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612551">
            <a:off x="14471457" y="4731426"/>
            <a:ext cx="5508700" cy="5508700"/>
          </a:xfrm>
          <a:prstGeom prst="rect">
            <a:avLst/>
          </a:prstGeom>
        </p:spPr>
      </p:pic>
      <p:pic>
        <p:nvPicPr>
          <p:cNvPr id="46" name="Picture 45" descr="A yellow and white logo&#10;&#10;AI-generated content may be incorrect.">
            <a:extLst>
              <a:ext uri="{FF2B5EF4-FFF2-40B4-BE49-F238E27FC236}">
                <a16:creationId xmlns:a16="http://schemas.microsoft.com/office/drawing/2014/main" id="{B7858000-96E7-41BE-63B1-CA599CA8C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687940">
            <a:off x="14369209" y="4127780"/>
            <a:ext cx="3595282" cy="2622265"/>
          </a:xfrm>
          <a:prstGeom prst="rect">
            <a:avLst/>
          </a:prstGeom>
        </p:spPr>
      </p:pic>
      <p:pic>
        <p:nvPicPr>
          <p:cNvPr id="19" name="Picture 18" descr="A blue and white logo&#10;&#10;AI-generated content may be incorrect.">
            <a:extLst>
              <a:ext uri="{FF2B5EF4-FFF2-40B4-BE49-F238E27FC236}">
                <a16:creationId xmlns:a16="http://schemas.microsoft.com/office/drawing/2014/main" id="{4CA150F5-5D43-C4D0-1F52-2A94176E6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525522">
            <a:off x="7101328" y="8995051"/>
            <a:ext cx="1454226" cy="1336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39CA49-3FE5-6407-4F9F-82AC95CB0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016" y="424680"/>
            <a:ext cx="21075650" cy="1420787"/>
          </a:xfrm>
        </p:spPr>
        <p:txBody>
          <a:bodyPr>
            <a:normAutofit/>
          </a:bodyPr>
          <a:lstStyle/>
          <a:p>
            <a:r>
              <a:rPr lang="en-IE" b="1" dirty="0"/>
              <a:t>EU Digital Regulation </a:t>
            </a:r>
          </a:p>
        </p:txBody>
      </p:sp>
      <p:pic>
        <p:nvPicPr>
          <p:cNvPr id="5" name="Graphic 4" descr="Puzzle with solid fill">
            <a:extLst>
              <a:ext uri="{FF2B5EF4-FFF2-40B4-BE49-F238E27FC236}">
                <a16:creationId xmlns:a16="http://schemas.microsoft.com/office/drawing/2014/main" id="{B50D4719-D520-9C6E-8D1F-C2B76F3734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4750" y="4961871"/>
            <a:ext cx="6325643" cy="6325643"/>
          </a:xfrm>
          <a:prstGeom prst="rect">
            <a:avLst/>
          </a:prstGeom>
        </p:spPr>
      </p:pic>
      <p:pic>
        <p:nvPicPr>
          <p:cNvPr id="6" name="Graphic 5" descr="Puzzle with solid fill">
            <a:extLst>
              <a:ext uri="{FF2B5EF4-FFF2-40B4-BE49-F238E27FC236}">
                <a16:creationId xmlns:a16="http://schemas.microsoft.com/office/drawing/2014/main" id="{47537ADA-F14D-33F4-4A79-68EA9FB077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4112103" y="7871436"/>
            <a:ext cx="5375903" cy="5375903"/>
          </a:xfrm>
          <a:prstGeom prst="rect">
            <a:avLst/>
          </a:prstGeom>
        </p:spPr>
      </p:pic>
      <p:pic>
        <p:nvPicPr>
          <p:cNvPr id="7" name="Graphic 6" descr="Puzzle with solid fill">
            <a:extLst>
              <a:ext uri="{FF2B5EF4-FFF2-40B4-BE49-F238E27FC236}">
                <a16:creationId xmlns:a16="http://schemas.microsoft.com/office/drawing/2014/main" id="{B0436FD9-DBC9-C5A7-58B7-C427003878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3505857" y="1620304"/>
            <a:ext cx="7020838" cy="70208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B984D8-E144-A9A0-DA46-730E152FD315}"/>
              </a:ext>
            </a:extLst>
          </p:cNvPr>
          <p:cNvSpPr txBox="1"/>
          <p:nvPr/>
        </p:nvSpPr>
        <p:spPr>
          <a:xfrm rot="18936981">
            <a:off x="3510317" y="7072837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IE" sz="6600" b="1" dirty="0">
                <a:solidFill>
                  <a:schemeClr val="bg1"/>
                </a:solidFill>
              </a:rPr>
              <a:t>DMA</a:t>
            </a:r>
            <a:endParaRPr lang="en-IE" sz="5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1F5C4-D30B-9485-1388-3BFFA993F835}"/>
              </a:ext>
            </a:extLst>
          </p:cNvPr>
          <p:cNvSpPr txBox="1"/>
          <p:nvPr/>
        </p:nvSpPr>
        <p:spPr>
          <a:xfrm rot="2614368">
            <a:off x="5583258" y="10218986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IE" sz="6600" b="1" dirty="0">
                <a:solidFill>
                  <a:schemeClr val="bg1"/>
                </a:solidFill>
              </a:rPr>
              <a:t>DSA</a:t>
            </a:r>
            <a:endParaRPr lang="en-IE" sz="5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3760D-BFAD-088C-B8AC-53B1AB40E72D}"/>
              </a:ext>
            </a:extLst>
          </p:cNvPr>
          <p:cNvSpPr txBox="1"/>
          <p:nvPr/>
        </p:nvSpPr>
        <p:spPr>
          <a:xfrm rot="2691078">
            <a:off x="5597150" y="4466696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85000" lnSpcReduction="20000"/>
          </a:bodyPr>
          <a:lstStyle/>
          <a:p>
            <a:pPr algn="ctr"/>
            <a:r>
              <a:rPr lang="en-IE" sz="6600" b="1" dirty="0">
                <a:solidFill>
                  <a:schemeClr val="bg1"/>
                </a:solidFill>
              </a:rPr>
              <a:t>Data Act</a:t>
            </a:r>
            <a:endParaRPr lang="en-IE" sz="54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A8AE99-1007-A283-E796-9DD3DFDEDD5F}"/>
              </a:ext>
            </a:extLst>
          </p:cNvPr>
          <p:cNvSpPr/>
          <p:nvPr/>
        </p:nvSpPr>
        <p:spPr>
          <a:xfrm rot="18872813">
            <a:off x="7950302" y="6175917"/>
            <a:ext cx="2154477" cy="1728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7" name="Picture 16" descr="A green circle with white background&#10;&#10;AI-generated content may be incorrect.">
            <a:extLst>
              <a:ext uri="{FF2B5EF4-FFF2-40B4-BE49-F238E27FC236}">
                <a16:creationId xmlns:a16="http://schemas.microsoft.com/office/drawing/2014/main" id="{E3B9D409-2141-9F09-7617-2A982E4DCB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8072392">
            <a:off x="8960698" y="5035431"/>
            <a:ext cx="2452779" cy="1941236"/>
          </a:xfrm>
          <a:prstGeom prst="rect">
            <a:avLst/>
          </a:prstGeom>
        </p:spPr>
      </p:pic>
      <p:pic>
        <p:nvPicPr>
          <p:cNvPr id="11" name="Graphic 10" descr="Puzzle with solid fill">
            <a:extLst>
              <a:ext uri="{FF2B5EF4-FFF2-40B4-BE49-F238E27FC236}">
                <a16:creationId xmlns:a16="http://schemas.microsoft.com/office/drawing/2014/main" id="{98F8CEB3-5718-1117-C8A7-9A8F13C6A7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3214" b="24193"/>
          <a:stretch>
            <a:fillRect/>
          </a:stretch>
        </p:blipFill>
        <p:spPr>
          <a:xfrm rot="21378631">
            <a:off x="9113821" y="3215029"/>
            <a:ext cx="6338781" cy="625797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1F5EC8-BA36-B066-26EE-CA7BA9CCC09A}"/>
              </a:ext>
            </a:extLst>
          </p:cNvPr>
          <p:cNvSpPr/>
          <p:nvPr/>
        </p:nvSpPr>
        <p:spPr>
          <a:xfrm rot="2604702">
            <a:off x="7467419" y="6861086"/>
            <a:ext cx="3238390" cy="26138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577040-CB3C-0646-3A14-A5758D796E18}"/>
              </a:ext>
            </a:extLst>
          </p:cNvPr>
          <p:cNvSpPr/>
          <p:nvPr/>
        </p:nvSpPr>
        <p:spPr>
          <a:xfrm rot="2520714">
            <a:off x="8977875" y="8350955"/>
            <a:ext cx="3233648" cy="26138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017C3F-6803-D186-D655-8778088B7414}"/>
              </a:ext>
            </a:extLst>
          </p:cNvPr>
          <p:cNvSpPr/>
          <p:nvPr/>
        </p:nvSpPr>
        <p:spPr>
          <a:xfrm rot="8039858">
            <a:off x="8694491" y="5985797"/>
            <a:ext cx="682005" cy="5370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069109-F61A-08AC-4704-908E0FB6D03A}"/>
              </a:ext>
            </a:extLst>
          </p:cNvPr>
          <p:cNvSpPr txBox="1"/>
          <p:nvPr/>
        </p:nvSpPr>
        <p:spPr>
          <a:xfrm rot="18857825">
            <a:off x="9714069" y="7062480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IE" sz="6600" b="1" dirty="0">
                <a:solidFill>
                  <a:schemeClr val="bg1"/>
                </a:solidFill>
              </a:rPr>
              <a:t>AI Act</a:t>
            </a:r>
            <a:endParaRPr lang="en-IE" sz="5400" b="1" dirty="0">
              <a:solidFill>
                <a:schemeClr val="bg1"/>
              </a:solidFill>
            </a:endParaRPr>
          </a:p>
        </p:txBody>
      </p:sp>
      <p:pic>
        <p:nvPicPr>
          <p:cNvPr id="26" name="Graphic 25" descr="Puzzle with solid fill">
            <a:extLst>
              <a:ext uri="{FF2B5EF4-FFF2-40B4-BE49-F238E27FC236}">
                <a16:creationId xmlns:a16="http://schemas.microsoft.com/office/drawing/2014/main" id="{B441FF3C-F921-F6ED-7B60-A4BF79404E8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201495">
            <a:off x="11103682" y="6642992"/>
            <a:ext cx="7218812" cy="721881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2F23570-4563-2AA1-0F65-D0F187F76C28}"/>
              </a:ext>
            </a:extLst>
          </p:cNvPr>
          <p:cNvSpPr/>
          <p:nvPr/>
        </p:nvSpPr>
        <p:spPr>
          <a:xfrm rot="2555059">
            <a:off x="16265650" y="10570830"/>
            <a:ext cx="2186910" cy="2613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4692F1-1701-F78B-B26F-376453D05F31}"/>
              </a:ext>
            </a:extLst>
          </p:cNvPr>
          <p:cNvSpPr txBox="1"/>
          <p:nvPr/>
        </p:nvSpPr>
        <p:spPr>
          <a:xfrm rot="2521479">
            <a:off x="13012209" y="9478010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IE" sz="6600" b="1" dirty="0">
                <a:solidFill>
                  <a:schemeClr val="bg1"/>
                </a:solidFill>
              </a:rPr>
              <a:t>CER</a:t>
            </a:r>
            <a:endParaRPr lang="en-IE" sz="54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4B9F4A-A376-FAC8-8720-23D7995894D5}"/>
              </a:ext>
            </a:extLst>
          </p:cNvPr>
          <p:cNvSpPr/>
          <p:nvPr/>
        </p:nvSpPr>
        <p:spPr>
          <a:xfrm rot="2550463">
            <a:off x="10609337" y="8740063"/>
            <a:ext cx="1500356" cy="28659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DF2C3C-871E-FBA6-FBF9-303D4652BF3B}"/>
              </a:ext>
            </a:extLst>
          </p:cNvPr>
          <p:cNvSpPr/>
          <p:nvPr/>
        </p:nvSpPr>
        <p:spPr>
          <a:xfrm rot="2557842">
            <a:off x="12464794" y="9187774"/>
            <a:ext cx="420433" cy="7332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2CCA1D-D10A-3F80-3EA1-6887E259292E}"/>
              </a:ext>
            </a:extLst>
          </p:cNvPr>
          <p:cNvSpPr/>
          <p:nvPr/>
        </p:nvSpPr>
        <p:spPr>
          <a:xfrm rot="2429771">
            <a:off x="12098645" y="3403980"/>
            <a:ext cx="3233648" cy="2613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39" name="Picture 38" descr="A blue and white logo&#10;&#10;AI-generated content may be incorrect.">
            <a:extLst>
              <a:ext uri="{FF2B5EF4-FFF2-40B4-BE49-F238E27FC236}">
                <a16:creationId xmlns:a16="http://schemas.microsoft.com/office/drawing/2014/main" id="{9A36DB24-F5CB-B084-F831-C662FE395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252200">
            <a:off x="12396984" y="4229113"/>
            <a:ext cx="1779481" cy="1635199"/>
          </a:xfrm>
          <a:prstGeom prst="rect">
            <a:avLst/>
          </a:prstGeom>
        </p:spPr>
      </p:pic>
      <p:pic>
        <p:nvPicPr>
          <p:cNvPr id="41" name="Graphic 40" descr="Puzzle with solid fill">
            <a:extLst>
              <a:ext uri="{FF2B5EF4-FFF2-40B4-BE49-F238E27FC236}">
                <a16:creationId xmlns:a16="http://schemas.microsoft.com/office/drawing/2014/main" id="{70F9F275-ECCC-9D4A-806A-6739B12CC5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5174641">
            <a:off x="10663840" y="406327"/>
            <a:ext cx="6917503" cy="691750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7F83FD-ACDA-2868-53E8-02A2F8880448}"/>
              </a:ext>
            </a:extLst>
          </p:cNvPr>
          <p:cNvSpPr txBox="1"/>
          <p:nvPr/>
        </p:nvSpPr>
        <p:spPr>
          <a:xfrm rot="2437086">
            <a:off x="12606710" y="3423062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IE" sz="6600" b="1" dirty="0">
                <a:solidFill>
                  <a:schemeClr val="bg1"/>
                </a:solidFill>
              </a:rPr>
              <a:t>DFA</a:t>
            </a:r>
            <a:endParaRPr lang="en-IE" sz="5400" b="1" dirty="0">
              <a:solidFill>
                <a:schemeClr val="bg1"/>
              </a:solidFill>
            </a:endParaRPr>
          </a:p>
        </p:txBody>
      </p:sp>
      <p:pic>
        <p:nvPicPr>
          <p:cNvPr id="49" name="Picture 48" descr="A yellow piece of paper&#10;&#10;AI-generated content may be incorrect.">
            <a:extLst>
              <a:ext uri="{FF2B5EF4-FFF2-40B4-BE49-F238E27FC236}">
                <a16:creationId xmlns:a16="http://schemas.microsoft.com/office/drawing/2014/main" id="{DBFA38EA-D581-7B2C-92D3-A98F32D33E7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615347">
            <a:off x="17772604" y="3061866"/>
            <a:ext cx="2943458" cy="2629953"/>
          </a:xfrm>
          <a:prstGeom prst="rect">
            <a:avLst/>
          </a:prstGeom>
        </p:spPr>
      </p:pic>
      <p:pic>
        <p:nvPicPr>
          <p:cNvPr id="50" name="Graphic 49" descr="Puzzle with solid fill">
            <a:extLst>
              <a:ext uri="{FF2B5EF4-FFF2-40B4-BE49-F238E27FC236}">
                <a16:creationId xmlns:a16="http://schemas.microsoft.com/office/drawing/2014/main" id="{B9928976-B9C2-2356-FEB2-496F68EB749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5201495">
            <a:off x="16749666" y="7004419"/>
            <a:ext cx="5792005" cy="5792005"/>
          </a:xfrm>
          <a:prstGeom prst="rect">
            <a:avLst/>
          </a:prstGeom>
        </p:spPr>
      </p:pic>
      <p:pic>
        <p:nvPicPr>
          <p:cNvPr id="53" name="Picture 52" descr="A white circle on a green background&#10;&#10;AI-generated content may be incorrect.">
            <a:extLst>
              <a:ext uri="{FF2B5EF4-FFF2-40B4-BE49-F238E27FC236}">
                <a16:creationId xmlns:a16="http://schemas.microsoft.com/office/drawing/2014/main" id="{E0156E42-65AB-15F6-1634-F4A3408A745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8618356">
            <a:off x="14579785" y="10205865"/>
            <a:ext cx="2015148" cy="195917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CBD8218F-FBCA-F469-AFE4-0E67DF286491}"/>
              </a:ext>
            </a:extLst>
          </p:cNvPr>
          <p:cNvSpPr/>
          <p:nvPr/>
        </p:nvSpPr>
        <p:spPr>
          <a:xfrm rot="2558691">
            <a:off x="13102023" y="10610440"/>
            <a:ext cx="1462652" cy="1649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EB7191C-7AF6-A18F-2B86-C776C9B397CE}"/>
              </a:ext>
            </a:extLst>
          </p:cNvPr>
          <p:cNvSpPr/>
          <p:nvPr/>
        </p:nvSpPr>
        <p:spPr>
          <a:xfrm rot="2473378">
            <a:off x="17090527" y="5063871"/>
            <a:ext cx="3159548" cy="261384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294D7F4-9517-EA91-708D-A247140BE57C}"/>
              </a:ext>
            </a:extLst>
          </p:cNvPr>
          <p:cNvSpPr/>
          <p:nvPr/>
        </p:nvSpPr>
        <p:spPr>
          <a:xfrm rot="2473378">
            <a:off x="16431880" y="6570148"/>
            <a:ext cx="600660" cy="10703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F5CB0E-4509-4347-E74D-47ED225BD497}"/>
              </a:ext>
            </a:extLst>
          </p:cNvPr>
          <p:cNvSpPr/>
          <p:nvPr/>
        </p:nvSpPr>
        <p:spPr>
          <a:xfrm rot="7886232">
            <a:off x="14427006" y="6299146"/>
            <a:ext cx="600660" cy="1061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CAB9C68-0052-56E6-AF16-74955A4D93B4}"/>
              </a:ext>
            </a:extLst>
          </p:cNvPr>
          <p:cNvSpPr/>
          <p:nvPr/>
        </p:nvSpPr>
        <p:spPr>
          <a:xfrm rot="7577490">
            <a:off x="14942949" y="6460468"/>
            <a:ext cx="439516" cy="1061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839CC0-5D78-56D8-F7BA-F5EE6BBCDCEE}"/>
              </a:ext>
            </a:extLst>
          </p:cNvPr>
          <p:cNvSpPr/>
          <p:nvPr/>
        </p:nvSpPr>
        <p:spPr>
          <a:xfrm rot="7886232">
            <a:off x="17078676" y="3279693"/>
            <a:ext cx="600660" cy="1061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C205DB-82DD-0D3E-A5D1-A67271D9499B}"/>
              </a:ext>
            </a:extLst>
          </p:cNvPr>
          <p:cNvSpPr txBox="1"/>
          <p:nvPr/>
        </p:nvSpPr>
        <p:spPr>
          <a:xfrm rot="18609964">
            <a:off x="16193518" y="5829619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IE" sz="8800" b="1" dirty="0">
                <a:solidFill>
                  <a:schemeClr val="bg1"/>
                </a:solidFill>
              </a:rPr>
              <a:t>DNA</a:t>
            </a:r>
            <a:endParaRPr lang="en-IE" sz="7200" b="1" dirty="0">
              <a:solidFill>
                <a:schemeClr val="bg1"/>
              </a:solidFill>
            </a:endParaRPr>
          </a:p>
        </p:txBody>
      </p:sp>
      <p:pic>
        <p:nvPicPr>
          <p:cNvPr id="64" name="Graphic 63" descr="Puzzle with solid fill">
            <a:extLst>
              <a:ext uri="{FF2B5EF4-FFF2-40B4-BE49-F238E27FC236}">
                <a16:creationId xmlns:a16="http://schemas.microsoft.com/office/drawing/2014/main" id="{75D01CAD-2663-8453-2660-3E4E83E0A15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5246347">
            <a:off x="14279897" y="9754819"/>
            <a:ext cx="5792005" cy="5792005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271DF832-0867-C40C-D195-0E468CDB1463}"/>
              </a:ext>
            </a:extLst>
          </p:cNvPr>
          <p:cNvSpPr/>
          <p:nvPr/>
        </p:nvSpPr>
        <p:spPr>
          <a:xfrm rot="2457310">
            <a:off x="17500283" y="10122268"/>
            <a:ext cx="2393083" cy="2613842"/>
          </a:xfrm>
          <a:prstGeom prst="rect">
            <a:avLst/>
          </a:prstGeom>
          <a:solidFill>
            <a:srgbClr val="7C60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0870AB-D2FB-9729-C12E-E52D3F0759F6}"/>
              </a:ext>
            </a:extLst>
          </p:cNvPr>
          <p:cNvSpPr txBox="1"/>
          <p:nvPr/>
        </p:nvSpPr>
        <p:spPr>
          <a:xfrm rot="18708111">
            <a:off x="17188459" y="10639183"/>
            <a:ext cx="2866036" cy="159719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/>
            <a:r>
              <a:rPr lang="en-IE" sz="7200" b="1" dirty="0">
                <a:solidFill>
                  <a:schemeClr val="bg1"/>
                </a:solidFill>
              </a:rPr>
              <a:t>NIS2</a:t>
            </a:r>
            <a:endParaRPr lang="en-IE" sz="6000" b="1" dirty="0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FCBD75-DEEF-8827-0A28-355E504F4902}"/>
              </a:ext>
            </a:extLst>
          </p:cNvPr>
          <p:cNvSpPr/>
          <p:nvPr/>
        </p:nvSpPr>
        <p:spPr>
          <a:xfrm rot="2542232">
            <a:off x="10900768" y="9380468"/>
            <a:ext cx="1000976" cy="23639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89A1BEA-8FB1-BD94-CBCA-5CE06F80F68B}"/>
              </a:ext>
            </a:extLst>
          </p:cNvPr>
          <p:cNvSpPr/>
          <p:nvPr/>
        </p:nvSpPr>
        <p:spPr>
          <a:xfrm rot="2550463">
            <a:off x="12204805" y="9115236"/>
            <a:ext cx="443699" cy="14643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9D8AC0-6450-BCB9-65F0-E7154E027E95}"/>
              </a:ext>
            </a:extLst>
          </p:cNvPr>
          <p:cNvSpPr/>
          <p:nvPr/>
        </p:nvSpPr>
        <p:spPr>
          <a:xfrm rot="2520714">
            <a:off x="7822145" y="9573081"/>
            <a:ext cx="3233648" cy="6871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3CD1A74-2E7C-6794-2E76-8A84C0C3D753}"/>
              </a:ext>
            </a:extLst>
          </p:cNvPr>
          <p:cNvSpPr/>
          <p:nvPr/>
        </p:nvSpPr>
        <p:spPr>
          <a:xfrm rot="7812955">
            <a:off x="15004887" y="6083455"/>
            <a:ext cx="1000976" cy="23639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9230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78A9-FE46-4061-778F-F18745200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122" y="324970"/>
            <a:ext cx="21075650" cy="1420787"/>
          </a:xfrm>
        </p:spPr>
        <p:txBody>
          <a:bodyPr/>
          <a:lstStyle/>
          <a:p>
            <a:r>
              <a:rPr lang="en-GB" noProof="0" dirty="0"/>
              <a:t>EU Digital Legislation</a:t>
            </a:r>
            <a:endParaRPr lang="en-IE" i="1" noProof="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5D59C5-DFF8-5E04-B922-CA0337403D93}"/>
              </a:ext>
            </a:extLst>
          </p:cNvPr>
          <p:cNvGrpSpPr/>
          <p:nvPr/>
        </p:nvGrpSpPr>
        <p:grpSpPr>
          <a:xfrm>
            <a:off x="1174750" y="2795450"/>
            <a:ext cx="11016456" cy="3918857"/>
            <a:chOff x="1174750" y="2795450"/>
            <a:chExt cx="11016456" cy="3918857"/>
          </a:xfrm>
          <a:solidFill>
            <a:schemeClr val="accent6"/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304F3AC-AAAC-A0F0-D7F7-E4187774AAFC}"/>
                </a:ext>
              </a:extLst>
            </p:cNvPr>
            <p:cNvSpPr/>
            <p:nvPr/>
          </p:nvSpPr>
          <p:spPr>
            <a:xfrm>
              <a:off x="1174750" y="2795450"/>
              <a:ext cx="3918857" cy="391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dirty="0"/>
                <a:t>Digital Markets Act </a:t>
              </a:r>
            </a:p>
            <a:p>
              <a:pPr algn="ctr"/>
              <a:r>
                <a:rPr lang="en-GB" dirty="0"/>
                <a:t>(</a:t>
              </a:r>
              <a:r>
                <a:rPr lang="en-GB" b="1" dirty="0"/>
                <a:t>DMA</a:t>
              </a:r>
              <a:r>
                <a:rPr lang="en-GB" dirty="0"/>
                <a:t>)</a:t>
              </a:r>
              <a:endParaRPr lang="en-IE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673D396-603F-179C-F9CB-652CB398D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607" y="4754878"/>
              <a:ext cx="858014" cy="1"/>
            </a:xfrm>
            <a:prstGeom prst="line">
              <a:avLst/>
            </a:prstGeom>
            <a:grpFill/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C2000D-A6B9-8D62-2988-08D9C73CCA65}"/>
                </a:ext>
              </a:extLst>
            </p:cNvPr>
            <p:cNvSpPr txBox="1"/>
            <p:nvPr/>
          </p:nvSpPr>
          <p:spPr>
            <a:xfrm>
              <a:off x="6175415" y="3107500"/>
              <a:ext cx="6015791" cy="2388548"/>
            </a:xfrm>
            <a:prstGeom prst="rect">
              <a:avLst/>
            </a:prstGeom>
            <a:noFill/>
          </p:spPr>
          <p:txBody>
            <a:bodyPr vert="horz" wrap="square" lIns="0" tIns="45720" rIns="0" bIns="45720" rtlCol="0" anchor="t">
              <a:noAutofit/>
            </a:bodyPr>
            <a:lstStyle/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b="1" dirty="0">
                  <a:solidFill>
                    <a:schemeClr val="tx1"/>
                  </a:solidFill>
                </a:rPr>
                <a:t>Aim: </a:t>
              </a:r>
              <a:r>
                <a:rPr lang="en-GB" sz="2600" dirty="0">
                  <a:solidFill>
                    <a:schemeClr val="tx1"/>
                  </a:solidFill>
                </a:rPr>
                <a:t>To ensure contestability &amp; fairness in digital markets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Assigns ‘Gatekeeper’ status 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Note: cites BEREC for NI-ICS (reference offers) &amp; BEREC on HLG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>
                  <a:solidFill>
                    <a:schemeClr val="tx1"/>
                  </a:solidFill>
                </a:rPr>
                <a:t>Applicable fro</a:t>
              </a:r>
              <a:r>
                <a:rPr lang="en-GB" sz="2600" dirty="0"/>
                <a:t>m 2023</a:t>
              </a:r>
              <a:endParaRPr lang="en-IE" sz="2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7FCBD8-9E4E-FDA5-9F69-347FD4169A43}"/>
              </a:ext>
            </a:extLst>
          </p:cNvPr>
          <p:cNvGrpSpPr/>
          <p:nvPr/>
        </p:nvGrpSpPr>
        <p:grpSpPr>
          <a:xfrm>
            <a:off x="1174750" y="8543077"/>
            <a:ext cx="11016456" cy="3918857"/>
            <a:chOff x="1174750" y="8543077"/>
            <a:chExt cx="11016456" cy="391885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E21946-5434-0D46-6BE9-BC43312BF0E5}"/>
                </a:ext>
              </a:extLst>
            </p:cNvPr>
            <p:cNvSpPr/>
            <p:nvPr/>
          </p:nvSpPr>
          <p:spPr>
            <a:xfrm>
              <a:off x="1174750" y="8543077"/>
              <a:ext cx="3918857" cy="3918857"/>
            </a:xfrm>
            <a:prstGeom prst="ellipse">
              <a:avLst/>
            </a:prstGeom>
            <a:solidFill>
              <a:srgbClr val="D04F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dirty="0"/>
                <a:t>Digital Services Act </a:t>
              </a:r>
            </a:p>
            <a:p>
              <a:pPr algn="ctr"/>
              <a:r>
                <a:rPr lang="en-GB" dirty="0"/>
                <a:t>(</a:t>
              </a:r>
              <a:r>
                <a:rPr lang="en-GB" b="1" dirty="0"/>
                <a:t>DSA</a:t>
              </a:r>
              <a:r>
                <a:rPr lang="en-GB" dirty="0"/>
                <a:t>)</a:t>
              </a:r>
              <a:endParaRPr lang="en-IE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6BCD86-0B30-AD74-7D66-DB65D20DC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607" y="10502505"/>
              <a:ext cx="858014" cy="1"/>
            </a:xfrm>
            <a:prstGeom prst="line">
              <a:avLst/>
            </a:prstGeom>
            <a:ln w="57150">
              <a:solidFill>
                <a:srgbClr val="D04F9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F8506F-6079-E376-7FEE-447ACBAB3143}"/>
                </a:ext>
              </a:extLst>
            </p:cNvPr>
            <p:cNvSpPr txBox="1"/>
            <p:nvPr/>
          </p:nvSpPr>
          <p:spPr>
            <a:xfrm>
              <a:off x="6175415" y="9246339"/>
              <a:ext cx="6015791" cy="2512333"/>
            </a:xfrm>
            <a:prstGeom prst="rect">
              <a:avLst/>
            </a:prstGeom>
          </p:spPr>
          <p:txBody>
            <a:bodyPr vert="horz" wrap="square" lIns="0" tIns="45720" rIns="0" bIns="45720" rtlCol="0" anchor="t">
              <a:noAutofit/>
            </a:bodyPr>
            <a:lstStyle/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b="1" dirty="0">
                  <a:solidFill>
                    <a:schemeClr val="tx1"/>
                  </a:solidFill>
                </a:rPr>
                <a:t>Aim: </a:t>
              </a:r>
              <a:r>
                <a:rPr lang="en-GB" sz="2600" dirty="0">
                  <a:solidFill>
                    <a:schemeClr val="tx1"/>
                  </a:solidFill>
                </a:rPr>
                <a:t>To prevent illegal and harmful content online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Assigns ‘VLOP’ &amp; ‘VLOSE’ status 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Applicable from 2024</a:t>
              </a:r>
              <a:endParaRPr lang="en-IE" sz="2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6B9E3A-70BC-5D30-64B7-9A480495320B}"/>
              </a:ext>
            </a:extLst>
          </p:cNvPr>
          <p:cNvGrpSpPr/>
          <p:nvPr/>
        </p:nvGrpSpPr>
        <p:grpSpPr>
          <a:xfrm>
            <a:off x="13571623" y="2795449"/>
            <a:ext cx="9636040" cy="3918857"/>
            <a:chOff x="13571623" y="8627156"/>
            <a:chExt cx="9636040" cy="391885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889F355-A6A6-BE80-16DA-187B4BAF1D06}"/>
                </a:ext>
              </a:extLst>
            </p:cNvPr>
            <p:cNvSpPr/>
            <p:nvPr/>
          </p:nvSpPr>
          <p:spPr>
            <a:xfrm>
              <a:off x="19288806" y="8627156"/>
              <a:ext cx="3918857" cy="391885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dirty="0"/>
                <a:t>Data Act </a:t>
              </a:r>
            </a:p>
            <a:p>
              <a:pPr algn="ctr"/>
              <a:r>
                <a:rPr lang="en-GB" dirty="0"/>
                <a:t>(</a:t>
              </a:r>
              <a:r>
                <a:rPr lang="en-GB" b="1" dirty="0"/>
                <a:t>DA</a:t>
              </a:r>
              <a:r>
                <a:rPr lang="en-GB" dirty="0"/>
                <a:t>)</a:t>
              </a:r>
              <a:endParaRPr lang="en-IE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A97D69-F585-46B5-367C-48A394937FDB}"/>
                </a:ext>
              </a:extLst>
            </p:cNvPr>
            <p:cNvSpPr txBox="1"/>
            <p:nvPr/>
          </p:nvSpPr>
          <p:spPr>
            <a:xfrm>
              <a:off x="13571623" y="9009768"/>
              <a:ext cx="6015791" cy="2993213"/>
            </a:xfrm>
            <a:prstGeom prst="rect">
              <a:avLst/>
            </a:prstGeom>
          </p:spPr>
          <p:txBody>
            <a:bodyPr vert="horz" wrap="square" lIns="0" tIns="45720" rIns="0" bIns="45720" rtlCol="0" anchor="t">
              <a:noAutofit/>
            </a:bodyPr>
            <a:lstStyle/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b="1" dirty="0">
                  <a:solidFill>
                    <a:schemeClr val="tx1"/>
                  </a:solidFill>
                </a:rPr>
                <a:t>Aim: </a:t>
              </a:r>
              <a:r>
                <a:rPr lang="en-GB" sz="2600" dirty="0">
                  <a:solidFill>
                    <a:schemeClr val="tx1"/>
                  </a:solidFill>
                </a:rPr>
                <a:t>To facilitate seamless transfer of data between data holders and users 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European Data Innovation       Board (EDIB)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Applicable from 2025</a:t>
              </a:r>
              <a:endParaRPr lang="en-IE" sz="260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D27510-57DF-ECBB-6C13-C51F65B61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30792" y="10586584"/>
              <a:ext cx="858014" cy="1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943B70E6-8C00-9843-8EF4-1D55F345BFF5}"/>
              </a:ext>
            </a:extLst>
          </p:cNvPr>
          <p:cNvSpPr/>
          <p:nvPr/>
        </p:nvSpPr>
        <p:spPr>
          <a:xfrm>
            <a:off x="19288805" y="8543076"/>
            <a:ext cx="3918857" cy="39188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/>
              <a:t>Artificial Intelligence Act </a:t>
            </a:r>
          </a:p>
          <a:p>
            <a:pPr algn="ctr"/>
            <a:r>
              <a:rPr lang="en-GB" dirty="0"/>
              <a:t>(</a:t>
            </a:r>
            <a:r>
              <a:rPr lang="en-GB" b="1" dirty="0"/>
              <a:t>AI Act</a:t>
            </a:r>
            <a:r>
              <a:rPr lang="en-GB" dirty="0"/>
              <a:t>)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5E7E9-6389-467C-0DDB-D17340F4EF5E}"/>
              </a:ext>
            </a:extLst>
          </p:cNvPr>
          <p:cNvSpPr txBox="1"/>
          <p:nvPr/>
        </p:nvSpPr>
        <p:spPr>
          <a:xfrm>
            <a:off x="13271822" y="9113291"/>
            <a:ext cx="6400800" cy="4210438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/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chemeClr val="tx1"/>
                </a:solidFill>
              </a:rPr>
              <a:t>Aim: </a:t>
            </a:r>
            <a:r>
              <a:rPr lang="en-GB" sz="2600" dirty="0">
                <a:solidFill>
                  <a:schemeClr val="tx1"/>
                </a:solidFill>
              </a:rPr>
              <a:t>To promote the adoption of trustworthy, human-centric AI &amp;     to stimulate investment &amp; innovation on AI </a:t>
            </a:r>
          </a:p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dirty="0"/>
              <a:t>Not yet fully applicable (some sections applicable 2025)</a:t>
            </a:r>
            <a:endParaRPr lang="en-IE" sz="2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8E3F85-D78A-67EB-50B9-E73ABF04486C}"/>
              </a:ext>
            </a:extLst>
          </p:cNvPr>
          <p:cNvCxnSpPr>
            <a:cxnSpLocks/>
          </p:cNvCxnSpPr>
          <p:nvPr/>
        </p:nvCxnSpPr>
        <p:spPr>
          <a:xfrm flipV="1">
            <a:off x="18443317" y="10749079"/>
            <a:ext cx="858014" cy="1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35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A346-BE5D-814C-FD5A-B7679F6E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64331C8-6CF5-2FA6-AFEA-AC46274E3ED6}"/>
              </a:ext>
            </a:extLst>
          </p:cNvPr>
          <p:cNvSpPr txBox="1"/>
          <p:nvPr/>
        </p:nvSpPr>
        <p:spPr>
          <a:xfrm>
            <a:off x="13096003" y="9004292"/>
            <a:ext cx="6545179" cy="238854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noAutofit/>
          </a:bodyPr>
          <a:lstStyle/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chemeClr val="tx1"/>
                </a:solidFill>
              </a:rPr>
              <a:t>Aim: </a:t>
            </a:r>
            <a:r>
              <a:rPr lang="en-GB" sz="2600" dirty="0">
                <a:solidFill>
                  <a:schemeClr val="tx1"/>
                </a:solidFill>
              </a:rPr>
              <a:t>To strengthen protection and digital fairness for consumers, to ensure a level playing field and to simplify rules for businesses in EU</a:t>
            </a:r>
          </a:p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</a:rPr>
              <a:t>Call for evidence 2025 </a:t>
            </a:r>
          </a:p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</a:rPr>
              <a:t>Proposal text </a:t>
            </a:r>
            <a:r>
              <a:rPr lang="en-GB" sz="2600" dirty="0"/>
              <a:t>e</a:t>
            </a:r>
            <a:r>
              <a:rPr lang="en-GB" sz="2600" dirty="0">
                <a:solidFill>
                  <a:schemeClr val="tx1"/>
                </a:solidFill>
              </a:rPr>
              <a:t>xpected 2026</a:t>
            </a:r>
            <a:endParaRPr lang="en-IE" sz="26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BF642-600E-C099-AFD2-A73C45E06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122" y="324970"/>
            <a:ext cx="21075650" cy="1420787"/>
          </a:xfrm>
        </p:spPr>
        <p:txBody>
          <a:bodyPr/>
          <a:lstStyle/>
          <a:p>
            <a:r>
              <a:rPr lang="en-GB" noProof="0" dirty="0"/>
              <a:t>EU Digital Legislation –</a:t>
            </a:r>
            <a:r>
              <a:rPr lang="en-GB" i="1" noProof="0" dirty="0"/>
              <a:t> (Contd.)</a:t>
            </a:r>
            <a:endParaRPr lang="en-IE" i="1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28E756C-4846-A2EA-0B2B-B709BF5B8A84}"/>
              </a:ext>
            </a:extLst>
          </p:cNvPr>
          <p:cNvSpPr/>
          <p:nvPr/>
        </p:nvSpPr>
        <p:spPr>
          <a:xfrm>
            <a:off x="1174750" y="2795449"/>
            <a:ext cx="3918857" cy="3918857"/>
          </a:xfrm>
          <a:prstGeom prst="ellipse">
            <a:avLst/>
          </a:prstGeom>
          <a:solidFill>
            <a:srgbClr val="7C60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b="1" dirty="0"/>
              <a:t>NIS2 </a:t>
            </a:r>
            <a:r>
              <a:rPr lang="en-GB" dirty="0"/>
              <a:t>Directive </a:t>
            </a:r>
            <a:endParaRPr lang="en-I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50DA5-784B-7C25-4829-3D613AE0171D}"/>
              </a:ext>
            </a:extLst>
          </p:cNvPr>
          <p:cNvSpPr txBox="1"/>
          <p:nvPr/>
        </p:nvSpPr>
        <p:spPr>
          <a:xfrm>
            <a:off x="6004568" y="3343585"/>
            <a:ext cx="6015791" cy="2822584"/>
          </a:xfrm>
          <a:prstGeom prst="rect">
            <a:avLst/>
          </a:prstGeom>
        </p:spPr>
        <p:txBody>
          <a:bodyPr vert="horz" wrap="square" lIns="0" tIns="45720" rIns="0" bIns="45720" rtlCol="0" anchor="t">
            <a:noAutofit/>
          </a:bodyPr>
          <a:lstStyle/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chemeClr val="tx1"/>
                </a:solidFill>
              </a:rPr>
              <a:t>Aim: </a:t>
            </a:r>
            <a:r>
              <a:rPr lang="en-GB" sz="2600" dirty="0">
                <a:solidFill>
                  <a:schemeClr val="tx1"/>
                </a:solidFill>
              </a:rPr>
              <a:t>To enhance cybersecurity across Member States and the internal market </a:t>
            </a:r>
          </a:p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schemeClr val="tx1"/>
                </a:solidFill>
              </a:rPr>
              <a:t>Replaces previous NIS</a:t>
            </a:r>
          </a:p>
          <a:p>
            <a:pPr marL="352425" indent="-352425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2600" dirty="0"/>
              <a:t>Entered into force 2024 </a:t>
            </a:r>
            <a:endParaRPr lang="en-IE" sz="2600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9F9FF5-461A-B2F3-F574-274D21081849}"/>
              </a:ext>
            </a:extLst>
          </p:cNvPr>
          <p:cNvCxnSpPr>
            <a:cxnSpLocks/>
          </p:cNvCxnSpPr>
          <p:nvPr/>
        </p:nvCxnSpPr>
        <p:spPr>
          <a:xfrm flipV="1">
            <a:off x="5093607" y="4754877"/>
            <a:ext cx="858014" cy="1"/>
          </a:xfrm>
          <a:prstGeom prst="line">
            <a:avLst/>
          </a:prstGeom>
          <a:ln w="57150">
            <a:solidFill>
              <a:srgbClr val="7C6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09310EA-5033-7D0B-FBFE-2D841ED45B23}"/>
              </a:ext>
            </a:extLst>
          </p:cNvPr>
          <p:cNvGrpSpPr/>
          <p:nvPr/>
        </p:nvGrpSpPr>
        <p:grpSpPr>
          <a:xfrm>
            <a:off x="13360698" y="2795449"/>
            <a:ext cx="9846965" cy="4407589"/>
            <a:chOff x="13360698" y="8859224"/>
            <a:chExt cx="9846965" cy="440758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2A0B163-868E-F5E1-A546-09938124B469}"/>
                </a:ext>
              </a:extLst>
            </p:cNvPr>
            <p:cNvSpPr/>
            <p:nvPr/>
          </p:nvSpPr>
          <p:spPr>
            <a:xfrm>
              <a:off x="19288806" y="8859224"/>
              <a:ext cx="3918857" cy="391885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dirty="0"/>
                <a:t>Critical Entities Resilience (</a:t>
              </a:r>
              <a:r>
                <a:rPr lang="en-GB" b="1" dirty="0"/>
                <a:t>CER</a:t>
              </a:r>
              <a:r>
                <a:rPr lang="en-GB" dirty="0"/>
                <a:t>)</a:t>
              </a:r>
              <a:r>
                <a:rPr lang="en-GB" b="1" dirty="0"/>
                <a:t> </a:t>
              </a:r>
              <a:r>
                <a:rPr lang="en-GB" dirty="0"/>
                <a:t>Directive</a:t>
              </a:r>
              <a:endParaRPr lang="en-IE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A953ED9-D9E8-D5DA-D950-09F4B0E1BBCB}"/>
                </a:ext>
              </a:extLst>
            </p:cNvPr>
            <p:cNvSpPr txBox="1"/>
            <p:nvPr/>
          </p:nvSpPr>
          <p:spPr>
            <a:xfrm>
              <a:off x="13360698" y="9122054"/>
              <a:ext cx="6015791" cy="4144759"/>
            </a:xfrm>
            <a:prstGeom prst="rect">
              <a:avLst/>
            </a:prstGeom>
          </p:spPr>
          <p:txBody>
            <a:bodyPr vert="horz" wrap="square" lIns="0" tIns="45720" rIns="0" bIns="45720" rtlCol="0" anchor="t">
              <a:noAutofit/>
            </a:bodyPr>
            <a:lstStyle/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b="1" dirty="0">
                  <a:solidFill>
                    <a:schemeClr val="tx1"/>
                  </a:solidFill>
                </a:rPr>
                <a:t>Aim: </a:t>
              </a:r>
              <a:r>
                <a:rPr lang="en-GB" sz="2600" dirty="0">
                  <a:solidFill>
                    <a:schemeClr val="tx1"/>
                  </a:solidFill>
                </a:rPr>
                <a:t>To strengthen resilience of critical entities against range of threats, incl. natural hazards &amp;  terrorist attacks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>
                  <a:solidFill>
                    <a:schemeClr val="tx1"/>
                  </a:solidFill>
                </a:rPr>
                <a:t>Covers 11 sectors,                including Digital Infrastructure 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>
                  <a:solidFill>
                    <a:schemeClr val="tx1"/>
                  </a:solidFill>
                </a:rPr>
                <a:t>Entered into fo</a:t>
              </a:r>
              <a:r>
                <a:rPr lang="en-GB" sz="2600" dirty="0"/>
                <a:t>rce 2024</a:t>
              </a:r>
              <a:endParaRPr lang="en-IE" sz="26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9CD1EDC-7324-5950-69E7-1C8427C82E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30792" y="10818652"/>
              <a:ext cx="858014" cy="1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B25012-2FAA-2A3B-CF34-B0218D570E43}"/>
              </a:ext>
            </a:extLst>
          </p:cNvPr>
          <p:cNvGrpSpPr/>
          <p:nvPr/>
        </p:nvGrpSpPr>
        <p:grpSpPr>
          <a:xfrm>
            <a:off x="1174750" y="8412986"/>
            <a:ext cx="10792662" cy="3918857"/>
            <a:chOff x="1174750" y="8627156"/>
            <a:chExt cx="10792662" cy="3918857"/>
          </a:xfrm>
          <a:solidFill>
            <a:srgbClr val="FFC000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02E6E99-7161-873D-24B8-2124A2524B73}"/>
                </a:ext>
              </a:extLst>
            </p:cNvPr>
            <p:cNvSpPr/>
            <p:nvPr/>
          </p:nvSpPr>
          <p:spPr>
            <a:xfrm>
              <a:off x="1174750" y="8627156"/>
              <a:ext cx="3918857" cy="39188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Digital Networks Act 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(</a:t>
              </a:r>
              <a:r>
                <a:rPr lang="en-GB" b="1" dirty="0">
                  <a:solidFill>
                    <a:schemeClr val="tx1"/>
                  </a:solidFill>
                </a:rPr>
                <a:t>DNA*</a:t>
              </a:r>
              <a:r>
                <a:rPr lang="en-GB" dirty="0">
                  <a:solidFill>
                    <a:schemeClr val="tx1"/>
                  </a:solidFill>
                </a:rPr>
                <a:t>)</a:t>
              </a:r>
              <a:endParaRPr lang="en-IE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79C0BF-6F67-A46C-A9CD-9D95C2AC6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607" y="10586584"/>
              <a:ext cx="858014" cy="1"/>
            </a:xfrm>
            <a:prstGeom prst="line">
              <a:avLst/>
            </a:prstGeom>
            <a:grpFill/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E6F18A-C073-2E9B-715F-B9EAA0EDCCEB}"/>
                </a:ext>
              </a:extLst>
            </p:cNvPr>
            <p:cNvSpPr txBox="1"/>
            <p:nvPr/>
          </p:nvSpPr>
          <p:spPr>
            <a:xfrm>
              <a:off x="5951621" y="9218462"/>
              <a:ext cx="6015791" cy="2993213"/>
            </a:xfrm>
            <a:prstGeom prst="rect">
              <a:avLst/>
            </a:prstGeom>
            <a:noFill/>
          </p:spPr>
          <p:txBody>
            <a:bodyPr vert="horz" wrap="square" lIns="0" tIns="45720" rIns="0" bIns="45720" rtlCol="0" anchor="t">
              <a:noAutofit/>
            </a:bodyPr>
            <a:lstStyle/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b="1" dirty="0">
                  <a:solidFill>
                    <a:schemeClr val="tx1"/>
                  </a:solidFill>
                </a:rPr>
                <a:t>Aim: </a:t>
              </a:r>
              <a:r>
                <a:rPr lang="en-GB" sz="2600" dirty="0">
                  <a:solidFill>
                    <a:schemeClr val="tx1"/>
                  </a:solidFill>
                </a:rPr>
                <a:t>To tackle barriers for cross-border business operations, boost innovation and increase investment in ECS/N 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Will replace EECC</a:t>
              </a:r>
            </a:p>
            <a:p>
              <a:pPr marL="352425" indent="-352425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GB" sz="2600" dirty="0"/>
                <a:t>Proposal text due January 2026</a:t>
              </a:r>
              <a:endParaRPr lang="en-IE" sz="2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955A21D2-E87D-42E9-31E7-89405E5D3A8A}"/>
              </a:ext>
            </a:extLst>
          </p:cNvPr>
          <p:cNvSpPr/>
          <p:nvPr/>
        </p:nvSpPr>
        <p:spPr>
          <a:xfrm>
            <a:off x="19271652" y="8515560"/>
            <a:ext cx="3918857" cy="391885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Digital Fairness Act 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(</a:t>
            </a:r>
            <a:r>
              <a:rPr lang="en-GB" b="1" dirty="0">
                <a:solidFill>
                  <a:schemeClr val="bg1"/>
                </a:solidFill>
              </a:rPr>
              <a:t>DFA*</a:t>
            </a:r>
            <a:r>
              <a:rPr lang="en-GB" dirty="0">
                <a:solidFill>
                  <a:schemeClr val="bg1"/>
                </a:solidFill>
              </a:rPr>
              <a:t>)</a:t>
            </a:r>
            <a:endParaRPr lang="en-IE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0EA5E0-14C5-57F4-3E5D-119D206498BC}"/>
              </a:ext>
            </a:extLst>
          </p:cNvPr>
          <p:cNvCxnSpPr>
            <a:cxnSpLocks/>
          </p:cNvCxnSpPr>
          <p:nvPr/>
        </p:nvCxnSpPr>
        <p:spPr>
          <a:xfrm flipV="1">
            <a:off x="18413638" y="10647501"/>
            <a:ext cx="858014" cy="1"/>
          </a:xfrm>
          <a:prstGeom prst="line">
            <a:avLst/>
          </a:prstGeom>
          <a:solidFill>
            <a:schemeClr val="accent6"/>
          </a:solidFill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91393C-C24D-F3D7-DDBF-FB25408DB2BD}"/>
              </a:ext>
            </a:extLst>
          </p:cNvPr>
          <p:cNvSpPr txBox="1"/>
          <p:nvPr/>
        </p:nvSpPr>
        <p:spPr>
          <a:xfrm>
            <a:off x="11215231" y="12773540"/>
            <a:ext cx="1951950" cy="651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IE" sz="2800" i="1" dirty="0">
                <a:solidFill>
                  <a:schemeClr val="tx1"/>
                </a:solidFill>
              </a:rPr>
              <a:t>*Pending</a:t>
            </a:r>
            <a:endParaRPr lang="en-IE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76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109214"/>
      </p:ext>
    </p:extLst>
  </p:cSld>
  <p:clrMapOvr>
    <a:masterClrMapping/>
  </p:clrMapOvr>
</p:sld>
</file>

<file path=ppt/theme/theme1.xml><?xml version="1.0" encoding="utf-8"?>
<a:theme xmlns:a="http://schemas.openxmlformats.org/drawingml/2006/main" name="ComReg Master Template">
  <a:themeElements>
    <a:clrScheme name="ComReg 2025">
      <a:dk1>
        <a:srgbClr val="000000"/>
      </a:dk1>
      <a:lt1>
        <a:srgbClr val="FFFFFF"/>
      </a:lt1>
      <a:dk2>
        <a:srgbClr val="00796B"/>
      </a:dk2>
      <a:lt2>
        <a:srgbClr val="FEFFFF"/>
      </a:lt2>
      <a:accent1>
        <a:srgbClr val="00586B"/>
      </a:accent1>
      <a:accent2>
        <a:srgbClr val="3277BC"/>
      </a:accent2>
      <a:accent3>
        <a:srgbClr val="00796B"/>
      </a:accent3>
      <a:accent4>
        <a:srgbClr val="7EC143"/>
      </a:accent4>
      <a:accent5>
        <a:srgbClr val="27B2D1"/>
      </a:accent5>
      <a:accent6>
        <a:srgbClr val="195DA5"/>
      </a:accent6>
      <a:hlink>
        <a:srgbClr val="00796B"/>
      </a:hlink>
      <a:folHlink>
        <a:srgbClr val="195DA5"/>
      </a:folHlink>
    </a:clrScheme>
    <a:fontScheme name="Custom 1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F3BDD9BA-8390-4DBE-97A9-6CFB9B457BFD}" vid="{C852E763-A2D5-4437-B032-91011E81ED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8b57eb-857f-4282-8bdb-71e30bc6e9a9">
      <Terms xmlns="http://schemas.microsoft.com/office/infopath/2007/PartnerControls"/>
    </lcf76f155ced4ddcb4097134ff3c332f>
    <TaxCatchAll xmlns="62bd2be9-19c8-4972-8375-c3486058ae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BF93FF3010D643941DB709CBF3E91E" ma:contentTypeVersion="14" ma:contentTypeDescription="Crear nuevo documento." ma:contentTypeScope="" ma:versionID="8dd87f13e9e04a9a5ce248a855ca63f1">
  <xsd:schema xmlns:xsd="http://www.w3.org/2001/XMLSchema" xmlns:xs="http://www.w3.org/2001/XMLSchema" xmlns:p="http://schemas.microsoft.com/office/2006/metadata/properties" xmlns:ns2="128b57eb-857f-4282-8bdb-71e30bc6e9a9" xmlns:ns3="62bd2be9-19c8-4972-8375-c3486058aea5" targetNamespace="http://schemas.microsoft.com/office/2006/metadata/properties" ma:root="true" ma:fieldsID="ecde1c6fccafaae6b4e8e71ba465ad59" ns2:_="" ns3:_="">
    <xsd:import namespace="128b57eb-857f-4282-8bdb-71e30bc6e9a9"/>
    <xsd:import namespace="62bd2be9-19c8-4972-8375-c3486058a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b57eb-857f-4282-8bdb-71e30bc6e9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74d4cf81-a0b4-4536-9ba2-61f55803b2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d2be9-19c8-4972-8375-c3486058ae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53d7a2a-9c07-4bad-984b-12da0158e2c7}" ma:internalName="TaxCatchAll" ma:showField="CatchAllData" ma:web="62bd2be9-19c8-4972-8375-c3486058a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Authorised Officer Appointment Request" ma:contentTypeID="0x010100524043B4E293BB49A3FB7B8A93A96A8800802EE1EAB2BBD64FB06622DE159F200F" ma:contentTypeVersion="8760" ma:contentTypeDescription="Authorised Officer Appointment Request" ma:contentTypeScope="" ma:versionID="6eba00ddab8a75114e46deff132aa4c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180a33823e1f0dec76ac474ed023d8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0D7555-E28D-4AB9-8056-42A9BF7203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379278-F5DD-4D41-BBF9-208AE6ABCEB5}">
  <ds:schemaRefs>
    <ds:schemaRef ds:uri="http://schemas.microsoft.com/office/2006/metadata/properties"/>
    <ds:schemaRef ds:uri="http://schemas.microsoft.com/office/infopath/2007/PartnerControls"/>
    <ds:schemaRef ds:uri="ec557883-8efb-4a3a-a8bd-730de391d4b8"/>
    <ds:schemaRef ds:uri="d0d73395-b406-48d0-96ea-8ec1576a4d63"/>
  </ds:schemaRefs>
</ds:datastoreItem>
</file>

<file path=customXml/itemProps3.xml><?xml version="1.0" encoding="utf-8"?>
<ds:datastoreItem xmlns:ds="http://schemas.openxmlformats.org/officeDocument/2006/customXml" ds:itemID="{4D10E8E4-8B45-46ED-BF69-822ACAD50D2C}"/>
</file>

<file path=customXml/itemProps4.xml><?xml version="1.0" encoding="utf-8"?>
<ds:datastoreItem xmlns:ds="http://schemas.openxmlformats.org/officeDocument/2006/customXml" ds:itemID="{09FD9CC5-49F5-4A1B-A73F-C10543951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11523292-2dda-4261-9b96-932138f0640a}" enabled="1" method="Privileged" siteId="{7e306363-9dee-4b8d-8a6b-4fee706b37f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ComReg PowerPoint template 2025</Template>
  <TotalTime>49</TotalTime>
  <Words>298</Words>
  <Application>Microsoft Office PowerPoint</Application>
  <PresentationFormat>Custom</PresentationFormat>
  <Paragraphs>54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Poppins</vt:lpstr>
      <vt:lpstr>Poppins ExtraLight</vt:lpstr>
      <vt:lpstr>Poppins Light</vt:lpstr>
      <vt:lpstr>Poppins Medium</vt:lpstr>
      <vt:lpstr>ComReg Master Template</vt:lpstr>
      <vt:lpstr>EU Digital Legislation</vt:lpstr>
      <vt:lpstr>EU Digital Regulation </vt:lpstr>
      <vt:lpstr>EU Digital Legislation</vt:lpstr>
      <vt:lpstr>EU Digital Legislation – (Contd.)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Connaughton</dc:creator>
  <cp:lastModifiedBy>Lara Connaughton</cp:lastModifiedBy>
  <cp:revision>3</cp:revision>
  <dcterms:created xsi:type="dcterms:W3CDTF">2025-09-15T14:52:51Z</dcterms:created>
  <dcterms:modified xsi:type="dcterms:W3CDTF">2025-12-09T18:56:19Z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0x010100F0BF93FF3010D643941DB709CBF3E91E</vt:lpwstr>
  </property>
  <property fmtid="{D5CDD505-2E9C-101B-9397-08002B2CF9AE}" pid="3" name="MediaServiceImageTags">
    <vt:lpwstr/>
  </property>
  <property fmtid="{D5CDD505-2E9C-101B-9397-08002B2CF9AE}" pid="4" name="lcf76f155ced4ddcb4097134ff3c332f">
    <vt:lpwstr/>
  </property>
  <property fmtid="{D5CDD505-2E9C-101B-9397-08002B2CF9AE}" pid="5" name="TaxCatchAll">
    <vt:lpwstr/>
  </property>
</Properties>
</file>